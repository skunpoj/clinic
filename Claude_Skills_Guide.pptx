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 i="0">
                <a:solidFill>
                  <a:srgbClr val="FFFFFF"/>
                </a:solidFill>
              </a:rPr>
              <a:t>Custom Skills for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 i="0">
                <a:solidFill>
                  <a:srgbClr val="C4B5FD"/>
                </a:solidFill>
              </a:rPr>
              <a:t>Build · Deploy · Activate on Claude Web via Mobile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40"/>
            <a:ext cx="73152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0" i="0">
                <a:solidFill>
                  <a:srgbClr val="A592F9"/>
                </a:solidFill>
              </a:rPr>
              <a:t>Step-by-step setup guide  ·  Claude Code Web  ·  Mobile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What Are Claude Skills?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Slash commands you define — Claude executes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What is a Skill?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90472"/>
            <a:ext cx="5669280" cy="500176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81912"/>
            <a:ext cx="5449824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A custom slash command  (e.g. /make-pptx)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Defined by a SKILL.md file in your repo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Tells Claude exactly what to do when invoked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Lives in  .claude/skills/&lt;skill-name&gt;/SKILL.md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Auto-activated when Claude Code reads your repo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66928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18872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Why Use Skills?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90472"/>
            <a:ext cx="5669280" cy="500176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581912"/>
            <a:ext cx="5449824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Automate repetitive project tasks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Share workflows with your team via Git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No server or plugin install needed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Works across Claude Code web + mobile + IDE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Version-controlled alongside your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Three things you need before creating a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749039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GitHub Repository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90472"/>
            <a:ext cx="3749039" cy="5001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81912"/>
            <a:ext cx="3529583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Public or private repo on GitHub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You have push access to main / active branch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Skills must be committed to the branch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   the session uses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43000"/>
            <a:ext cx="3749039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1887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Claude Mobile 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490472"/>
            <a:ext cx="3749039" cy="5001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581912"/>
            <a:ext cx="3529583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Latest Claude app installed (iOS or Android)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Signed in to your Anthropic account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Navigate to the Code tab at bottom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43000"/>
            <a:ext cx="3749039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66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Claude Code Session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90472"/>
            <a:ext cx="3749039" cy="5001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581912"/>
            <a:ext cx="3529583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Repository connected in a web session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Session reads .claude/ on startup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✓  New session re-reads repo on every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1 — Create the Folder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The folder name becomes the slash command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132320" cy="48463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66751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C4B5FD"/>
                </a:solidFill>
              </a:rPr>
              <a:t>Directory tree: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your-repo/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└── .claude/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└── skills/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    ├── make-pptx/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    │   ├── SKILL.md       ← required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    │   └── pptxgenjs.md   ← optional reference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    └── clinical-query/</a:t>
            </a:r>
          </a:p>
          <a:p>
            <a:pPr algn="l">
              <a:spcBef>
                <a:spcPts val="300"/>
              </a:spcBef>
            </a:pPr>
            <a:r>
              <a:rPr sz="1300" b="0" i="0">
                <a:solidFill>
                  <a:srgbClr val="C4B5FD"/>
                </a:solidFill>
              </a:rPr>
              <a:t>            └── SKILL.md       ← required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143000"/>
            <a:ext cx="420624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234440"/>
            <a:ext cx="3840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7C3AED"/>
                </a:solidFill>
              </a:rPr>
              <a:t>Key Rule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Folder name  =  slash command name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C4B5FD"/>
                </a:solidFill>
              </a:rPr>
              <a:t>make-pptx/   →   /make-pptx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C4B5FD"/>
                </a:solidFill>
              </a:rPr>
              <a:t>clinical-query/  →  /clinical-query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3657600"/>
            <a:ext cx="4206240" cy="2331720"/>
          </a:xfrm>
          <a:prstGeom prst="rect">
            <a:avLst/>
          </a:prstGeom>
          <a:solidFill>
            <a:srgbClr val="2D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3749039"/>
            <a:ext cx="3840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7C3AED"/>
                </a:solidFill>
              </a:rPr>
              <a:t>Create it:</a:t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C4B5FD"/>
                </a:solidFill>
              </a:rPr>
              <a:t>mkdir -p .claude/skills/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    your-skill-name/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100" b="0" i="0">
                <a:solidFill>
                  <a:srgbClr val="FFFFFF"/>
                </a:solidFill>
              </a:rPr>
              <a:t>Then add SKILL.md inside the folder.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2 — Write SKILL.md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The file Claude reads when your slash command is invoked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6675120" cy="5394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6400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C4B5FD"/>
                </a:solidFill>
              </a:rPr>
              <a:t>SKILL.md template: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7C3AED"/>
                </a:solidFill>
              </a:rPr>
              <a:t># /your-skill-name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One-line description of what this skill does.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7C3AED"/>
                </a:solidFill>
              </a:rPr>
              <a:t>## Usage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/your-skill-name [optional args]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7C3AED"/>
                </a:solidFill>
              </a:rPr>
              <a:t>## What this skill does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1. Step one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2. Step two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3. Step three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7C3AED"/>
                </a:solidFill>
              </a:rPr>
              <a:t>## Instructions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When the user invokes this skill: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- Do X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- Then do 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- Finally deliver Z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7C3AED"/>
                </a:solidFill>
              </a:rPr>
              <a:t>## Output format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Describe expected output 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143000"/>
            <a:ext cx="466344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188720"/>
            <a:ext cx="44805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Tips for a Great SKILL.md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490472"/>
            <a:ext cx="4663440" cy="5047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33488" y="1581912"/>
            <a:ext cx="4443983" cy="491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The # heading must match the folder name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Instructions section is what Claude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actually follows — make it clear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Be specific: name files, commands,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and expected outputs explicitly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Reference other .md files in the same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folder for long reference guides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Keep Usage section short — one line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with optional args is enough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3 — Commit &amp; Push to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Skills only activate once they are in the repository Claude reads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3108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556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1">
                <a:solidFill>
                  <a:srgbClr val="6B7280"/>
                </a:solidFill>
              </a:rPr>
              <a:t># Stage the skill files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C4B5FD"/>
                </a:solidFill>
              </a:rPr>
              <a:t>git add .claude/skills/your-skill-name/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0" i="1">
                <a:solidFill>
                  <a:srgbClr val="6B7280"/>
                </a:solidFill>
              </a:rPr>
              <a:t># Commit with a clear message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C4B5FD"/>
                </a:solidFill>
              </a:rPr>
              <a:t>git commit -m "Add /your-skill-name custom skill"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0" i="1">
                <a:solidFill>
                  <a:srgbClr val="6B7280"/>
                </a:solidFill>
              </a:rPr>
              <a:t># Push to the branch your session will use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C4B5FD"/>
                </a:solidFill>
              </a:rPr>
              <a:t>git push origin 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434840"/>
            <a:ext cx="11612880" cy="1051560"/>
          </a:xfrm>
          <a:prstGeom prst="rect">
            <a:avLst/>
          </a:prstGeom>
          <a:solidFill>
            <a:srgbClr val="7C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49884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EA580C"/>
                </a:solidFill>
              </a:rPr>
              <a:t>Warning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FFFFFF"/>
                </a:solidFill>
              </a:rPr>
              <a:t>Skills on a feature branch only activate in sessions pointed at that branch.  Merge to main for universal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669280"/>
            <a:ext cx="11612880" cy="841248"/>
          </a:xfrm>
          <a:prstGeom prst="rect">
            <a:avLst/>
          </a:prstGeom>
          <a:solidFill>
            <a:srgbClr val="2D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742432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C4B5FD"/>
                </a:solidFill>
              </a:rPr>
              <a:t>Tip:  Claude Code re-reads .claude/ from the repo on every new session start.  Skills pushed after session start will appear in the next session.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4 — Open Claude Code on Mobile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Connect your repository so Claude can read your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195" y="1280160"/>
            <a:ext cx="2011680" cy="21945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915" y="1325880"/>
            <a:ext cx="4114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" y="133502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5" y="1828800"/>
            <a:ext cx="1828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</a:rPr>
              <a:t>Open Claude App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</a:rPr>
              <a:t>→ tap Code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2596" y="224027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6916" y="1280160"/>
            <a:ext cx="2011680" cy="21945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2636" y="1325880"/>
            <a:ext cx="4114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2636" y="133502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8356" y="1828800"/>
            <a:ext cx="1828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</a:rPr>
              <a:t>Tap New Session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</a:rPr>
              <a:t>(or existing session)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4316" y="224027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8636" y="1280160"/>
            <a:ext cx="2011680" cy="21945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34356" y="1325880"/>
            <a:ext cx="4114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4356" y="133502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0076" y="1828800"/>
            <a:ext cx="1828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</a:rPr>
              <a:t>Connect repository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</a:rPr>
              <a:t>→ select your repo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6036" y="224027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20356" y="1280160"/>
            <a:ext cx="2011680" cy="21945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66076" y="1325880"/>
            <a:ext cx="4114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6076" y="133502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1796" y="1828800"/>
            <a:ext cx="1828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</a:rPr>
              <a:t>Claude clones repo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</a:rPr>
              <a:t>&amp; scans .claude/ folder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7756" y="224027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1" i="0">
                <a:solidFill>
                  <a:srgbClr val="7C3AED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52076" y="1280160"/>
            <a:ext cx="2011680" cy="21945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97796" y="1325880"/>
            <a:ext cx="4114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97796" y="133502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3516" y="1828800"/>
            <a:ext cx="18288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</a:rPr>
              <a:t>Skills registered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FFFFFF"/>
                </a:solidFill>
              </a:rPr>
              <a:t>→ slash commands active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749039"/>
            <a:ext cx="11612880" cy="960120"/>
          </a:xfrm>
          <a:prstGeom prst="rect">
            <a:avLst/>
          </a:prstGeom>
          <a:solidFill>
            <a:srgbClr val="2D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822191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Each new session re-reads the repo.  Skills pushed after session start → start a new session to pick them up.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Step 5 — Use Your Custom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Type / in the chat input to see and trigger registered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03520" cy="347472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How to Trigger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90472"/>
            <a:ext cx="5303520" cy="5001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581912"/>
            <a:ext cx="5084064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Type  /  in the chat input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Autocomplete shows registered skills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Select or type the full command: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/make-pptx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  /clinical-query diabetic kidney disease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Claude reads SKILL.md and executes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the instructions you wrote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Pass arguments after the command name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just like a terminal command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143000"/>
            <a:ext cx="6035040" cy="53492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234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C4B5FD"/>
                </a:solidFill>
              </a:rPr>
              <a:t>Live example: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691640"/>
            <a:ext cx="56692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1" i="0">
                <a:solidFill>
                  <a:srgbClr val="7C3AED"/>
                </a:solidFill>
              </a:rPr>
              <a:t>You: /clinical-query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 diabetic patient with kidney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 complications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Claude: Retrieving top-5 notes...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86EFAC"/>
                </a:solidFill>
              </a:rPr>
              <a:t>[1] score=0.985  Nephrology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Chronic kidney disease in diabetic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86EFAC"/>
                </a:solidFill>
              </a:rPr>
              <a:t>[2] score=0.702  Endocrinology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>    DKA in type 1 diabetic patient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6B7280"/>
                </a:solidFill>
              </a:rPr>
              <a:t>...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Clinical Summary: The top results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C4B5FD"/>
                </a:solidFill>
              </a:rPr>
              <a:t>highlight diabetic nephropathy...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Skills Built for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Two custom slash commands in .claude/skills/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4114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 i="0">
                <a:solidFill>
                  <a:srgbClr val="FFFFFF"/>
                </a:solidFill>
              </a:rPr>
              <a:t>/clinical-query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57784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4C1D95"/>
                </a:solidFill>
              </a:rPr>
              <a:t>Trigger: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Clinical scenario in natural language</a:t>
            </a:r>
          </a:p>
          <a:p>
            <a:pPr algn="l"/>
            <a:r>
              <a:rPr sz="6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1" i="0">
                <a:solidFill>
                  <a:srgbClr val="4C1D95"/>
                </a:solidFill>
              </a:rPr>
              <a:t>Actions: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•  Runs retrieval against indexed notes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•  Prints ranked table with similarity scores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•  Generates LLM clinical summary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•  Reports score spread across top-k results</a:t>
            </a:r>
          </a:p>
          <a:p>
            <a:pPr algn="l"/>
            <a:r>
              <a:rPr sz="6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1" i="0">
                <a:solidFill>
                  <a:srgbClr val="4C1D95"/>
                </a:solidFill>
              </a:rPr>
              <a:t>Example: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7C3AED"/>
                </a:solidFill>
              </a:rPr>
              <a:t>/clinical-query COPD with oxygen desaturation</a:t>
            </a:r>
          </a:p>
          <a:p>
            <a:pPr algn="l"/>
            <a:r>
              <a:rPr sz="6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1" i="0">
                <a:solidFill>
                  <a:srgbClr val="4C1D95"/>
                </a:solidFill>
              </a:rPr>
              <a:t>File: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6B7280"/>
                </a:solidFill>
              </a:rPr>
              <a:t>.claude/skills/clinical-query/SKILL.md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577840" cy="4114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704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 i="0">
                <a:solidFill>
                  <a:srgbClr val="FFFFFF"/>
                </a:solidFill>
              </a:rPr>
              <a:t>/make-pptx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57784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4C1D95"/>
                </a:solidFill>
              </a:rPr>
              <a:t>Trigger: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/make-pptx  (no args needed)</a:t>
            </a:r>
          </a:p>
          <a:p>
            <a:pPr algn="l"/>
            <a:r>
              <a:rPr sz="6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1" i="0">
                <a:solidFill>
                  <a:srgbClr val="4C1D95"/>
                </a:solidFill>
              </a:rPr>
              <a:t>Actions: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•  Runs scripts/make_pptx.py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•  QAs the generated output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•  Delivers the .pptx file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•  Commits and pushes to the repo</a:t>
            </a:r>
          </a:p>
          <a:p>
            <a:pPr algn="l"/>
            <a:r>
              <a:rPr sz="6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1" i="0">
                <a:solidFill>
                  <a:srgbClr val="4C1D95"/>
                </a:solidFill>
              </a:rPr>
              <a:t>Based on: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Official anthropics/skills PPTX skill with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1E1B4B"/>
                </a:solidFill>
              </a:rPr>
              <a:t>full design principles and QA workflow</a:t>
            </a:r>
          </a:p>
          <a:p>
            <a:pPr algn="l"/>
            <a:r>
              <a:rPr sz="600" b="0" i="0">
                <a:solidFill>
                  <a:srgbClr val="1E1B4B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 b="1" i="0">
                <a:solidFill>
                  <a:srgbClr val="4C1D95"/>
                </a:solidFill>
              </a:rPr>
              <a:t>File: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6B7280"/>
                </a:solidFill>
              </a:rPr>
              <a:t>.claude/skills/make-pptx/SKILL.md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Troubleshooting &amp;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C4B5FD"/>
                </a:solidFill>
              </a:rPr>
              <a:t>Common issues and how to avoid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943600" cy="41148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7043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Common Issues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5943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2763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4C1D95"/>
                </a:solidFill>
              </a:rPr>
              <a:t>Skill not in /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62763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1E1B4B"/>
                </a:solidFill>
              </a:rPr>
              <a:t>Pushed to wrong branch → merge to 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48840"/>
            <a:ext cx="5943600" cy="594360"/>
          </a:xfrm>
          <a:prstGeom prst="rect">
            <a:avLst/>
          </a:prstGeom>
          <a:solidFill>
            <a:srgbClr val="E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2199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4C1D95"/>
                </a:solidFill>
              </a:rPr>
              <a:t>Skill not showing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22199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1E1B4B"/>
                </a:solidFill>
              </a:rPr>
              <a:t>Start a new session (repo re-read on start)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743200"/>
            <a:ext cx="5943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1635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4C1D95"/>
                </a:solidFill>
              </a:rPr>
              <a:t>Command not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81635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1E1B4B"/>
                </a:solidFill>
              </a:rPr>
              <a:t>Check folder name matches the # heading exactly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37560"/>
            <a:ext cx="5943600" cy="594360"/>
          </a:xfrm>
          <a:prstGeom prst="rect">
            <a:avLst/>
          </a:prstGeom>
          <a:solidFill>
            <a:srgbClr val="EC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1071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4C1D95"/>
                </a:solidFill>
              </a:rPr>
              <a:t>Claude ignores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4107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1E1B4B"/>
                </a:solidFill>
              </a:rPr>
              <a:t>Be more specific in the Instructions section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143000"/>
            <a:ext cx="5394960" cy="4114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170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Best Practices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554480"/>
            <a:ext cx="53949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64592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✓  One skill per folder, one SKILL.md per skill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✓  Name the folder exactly what you want after /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✓  Keep Instructions concrete — name files and commands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✓  Store supporting .md guides in the same folder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✓  Version-control skills alongside the code they automate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1E1B4B"/>
                </a:solidFill>
              </a:rPr>
              <a:t>✓  Test by starting a fresh session after pushing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52160"/>
            <a:ext cx="11612880" cy="6858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300" b="0" i="0">
                <a:solidFill>
                  <a:srgbClr val="C4B5FD"/>
                </a:solidFill>
              </a:rPr>
              <a:t>Skills are just Markdown files committed to your repo.  No servers, no plugins — just push and go.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6B7280"/>
                </a:solidFill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