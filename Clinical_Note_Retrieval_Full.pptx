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Clinical Note Retrieval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7A87"/>
                </a:solidFill>
              </a:rPr>
              <a:t>AI-Powered Semantic Search for Clinical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DD"/>
                </a:solidFill>
              </a:rPr>
              <a:t>Take-Home Technical Assessment  ·  Invitrace Co., Ltd.  ·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163824"/>
            <a:ext cx="4114800" cy="3657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383280"/>
            <a:ext cx="3566160" cy="80467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56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307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mtsamples.csv  ·  5 000+ de-identified clinical notes  ·  40+ specialties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383280"/>
            <a:ext cx="3566160" cy="80467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456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307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sentence-transformers · FAISS IndexFlatIP · Claude API claude-sonnet-4-6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3383280"/>
            <a:ext cx="3566160" cy="80467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456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307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FastAPI REST (POST+GET /retrieve)  ·  Docker  ·  20 offline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70832"/>
            <a:ext cx="11201400" cy="475488"/>
          </a:xfrm>
          <a:prstGeom prst="rect">
            <a:avLst/>
          </a:prstGeom>
          <a:solidFill>
            <a:srgbClr val="0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A87"/>
                </a:solidFill>
              </a:rPr>
              <a:t>Precision@1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085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1.0 /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407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A87"/>
                </a:solidFill>
              </a:rPr>
              <a:t>Mean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6085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0.980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407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A87"/>
                </a:solidFill>
              </a:rPr>
              <a:t>Corpus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6085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5 000+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407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A87"/>
                </a:solidFill>
              </a:rPr>
              <a:t>Embed Dim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46085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384-d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407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A87"/>
                </a:solidFill>
              </a:rPr>
              <a:t>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6085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&lt; 200ms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4407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A87"/>
                </a:solidFill>
              </a:rPr>
              <a:t>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6085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20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10912"/>
            <a:ext cx="11201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Stack: Python · FastAPI · sentence-transformers · FAISS · Claude API · scikit-learn · Docker · pytest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76672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This deck: 30 slides  ·  Full technical detail on every component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Problem Statement — Verbatim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Problem 1: Clinical Note Retrieval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768096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749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Problem Statement (verbatim)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7680960" cy="490118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53896"/>
            <a:ext cx="7461504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The platform needs to help doctors quickly find relevant past cases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from a large corpus of clinical notes.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A doctor types a natural language query describing a patient situation,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and the system should surface the most relevant clinical notes from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the database.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The system must understand clinical meaning, not just match keywords —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a query about 'a diabetic patient with kidney complications' should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retrieve notes about CKD with diabetes even if the exact words differ.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078992"/>
            <a:ext cx="365760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1521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39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Problem type: Information Retrieval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with semantic understanding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Core challenge: vocabulary gap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between doctor query and note text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Not solved by: BM25, TF-IDF,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or simple keyword search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Solved by: dense vector embeddings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trained on large text corpora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Dataset: Kaggle mtsamples.csv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5 000+ real clinical transcriptions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from 40+ medical specialties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Instructions &amp; Requirements — Verbatim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All 8 requirements from the exam, plus target audience and guidance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Instructions (verbatim)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5577840" cy="490118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53896"/>
            <a:ext cx="5358383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1.  Download the dataset from the Data Description link.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2.  Build a retrieval system: natural language query →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     returns most relevant clinical notes.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3.  Use an embedding model of your choice. Justify your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     choice.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4.  Add an LLM layer for a concise summary.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5.  Evaluate that the system returns clinically relevant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     results, not just keyword matches.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6.  (Optional) Fine-tune the embedding model and compare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     performance before and after.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7.  Prepare one presentation — maximum 10 pages.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8.  Expose as a REST API service.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9.  Prepare to present for a 30-minute session.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078992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115568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Target Audience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89888"/>
            <a:ext cx="5806440" cy="206654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453896"/>
            <a:ext cx="5586983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AI Engineering Manager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Product Manager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Implication: explain WHY, not just HOW.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Business value must be clear.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0A294A"/>
                </a:solidFill>
              </a:rPr>
              <a:t>Technical depth still expected.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3621024"/>
            <a:ext cx="5806440" cy="267004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69417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Additional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005072"/>
            <a:ext cx="5440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Anything outside this instruction, please feel free to make your own assumption as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66344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Dataset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974336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BBCC"/>
                </a:solidFill>
              </a:rPr>
              <a:t>https://www.kaggle.com/datasets/tboyle10/medicaltranscriptions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39496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Delivery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687568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FFFF"/>
                </a:solidFill>
              </a:rPr>
              <a:t>✓ All 8 requirements delivered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FFFF"/>
                </a:solidFill>
              </a:rPr>
              <a:t>✓ Optional fine-tuning documented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FFFF"/>
                </a:solidFill>
              </a:rPr>
              <a:t>✓ 10-slide exam version + this full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mtsamples.csv — 5 000+ real de-identified medical transcriptions from Kaggle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27432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Source &amp;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2743200" cy="1773935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53896"/>
            <a:ext cx="2523744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Kaggle: tboyle10/medicaltranscriptions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5 000+ real clinical notes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De-identified — no PHI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CSV format, ~35 MB on disk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Freely available, no license fee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5263" y="1078992"/>
            <a:ext cx="27432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3" y="1115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Columns 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3" y="1389888"/>
            <a:ext cx="2743200" cy="1773935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1" y="1453896"/>
            <a:ext cx="2523744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medical_specialty — domain label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description — brief summary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transcription — full note text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keywords — clinical terms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sample_name — note type 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078992"/>
            <a:ext cx="27432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7" y="1115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Columns USED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7" y="1389888"/>
            <a:ext cx="2743200" cy="1773935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453896"/>
            <a:ext cx="2523744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medical_specialty → ground truth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description → embedding context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transcription → main text body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keywords → additional signal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(sample_name discarded)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078992"/>
            <a:ext cx="27432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1115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Specialties (sample)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1389888"/>
            <a:ext cx="2743200" cy="1773935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453896"/>
            <a:ext cx="2523744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Surgery, Internal Medicine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Orthopedic, Radiology, Cardiology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Neurology, Gastroenterology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Nephrology, Pulmonology, ENT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Endocrinology, Dermatology…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10128"/>
            <a:ext cx="11612880" cy="102412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Specialty Distribution (selected)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75887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Surgery: 1 088 (21.7%)   Internal Medicine: 516 (10.3%)   Orthopedic: 355 (7.1%)   Radiology: 273 (5.5%)   Cardiology: 272 (5.4%)   Neurology: 223 (4.5%)   Other (35+): 2 273 (45.5%)  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480560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517136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This Dataset?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791456"/>
            <a:ext cx="5577840" cy="149961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855464"/>
            <a:ext cx="5358383" cy="140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Real clinical transcriptions — authentic vocabulary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Large enough corpus (5k) for meaningful retrieval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Structured specialty labels → evaluation ground truth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Multi-specialty → tests cross-domain disambiguation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Open access — reproducible experiments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4480560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517136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Known Limitations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4791456"/>
            <a:ext cx="5806440" cy="149961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4855464"/>
            <a:ext cx="5586983" cy="140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Specialties heavily skewed (Surgery = 22%)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No query-to-note relevance judgements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Notes vary 50 chars to 10 000+ chars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Some specialties have &lt;50 notes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Specialty label used as relevance proxy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Dataset: Column Definitions &amp; Sample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Every column explained with example values and usage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310896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Column                Type     Used?  Description &amp; Example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11612880" cy="40233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538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medical_specialty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4538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53896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453896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Domain label used as ground-truth relevance. Ex: 'Nephrology', 'Cardiology'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92224"/>
            <a:ext cx="11612880" cy="402336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85623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description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856231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856231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 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856231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Brief one-line summary of the note. Ex: 'CKD stage 3 in a T2DM patient'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40233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2585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transcription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2585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258568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 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258568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Full note text, 50–10 000+ chars. Truncated to 2 000 chars for embedding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96896"/>
            <a:ext cx="11612880" cy="402336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66090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keywords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660903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string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660903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 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2660903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Comma-separated clinical terms. Ex: 'CKD, GFR, creatinine, diabetes'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99232"/>
            <a:ext cx="11612880" cy="40233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0632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sample_name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0632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string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0632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✗ 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06324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Note type/subtype label. Not semantically distinctive — omitted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419856"/>
            <a:ext cx="11612880" cy="310896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456432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Specialty              Description                                    Keywords (sample)                         Chars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730752"/>
            <a:ext cx="11612880" cy="32918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7764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</a:rPr>
              <a:t>Nephrology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37764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CKD stage 3 in T2DM presenting for quarterly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7764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CKD, creatinine, GFR, nephropathy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37764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1 840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059936"/>
            <a:ext cx="11612880" cy="329184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1056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</a:rPr>
              <a:t>Cardiology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41056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STEMI, 62yo male, emergent PCI performed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1056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MI, troponin, PCI, stent, heparin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410565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2 000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389120"/>
            <a:ext cx="11612880" cy="32918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4348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</a:rPr>
              <a:t>Neurology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80" y="44348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New-onset seizure, MRI brain, AED initiated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4348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epilepsy, levetiracetam, MRI, EEG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44348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1 205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718304"/>
            <a:ext cx="11612880" cy="329184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7640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</a:rPr>
              <a:t>Pulmonology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40280" y="47640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COPD exacerbation, SpO2 84%, salbutamol neb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47640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COPD, bronchodilator, O2 sat, FEV1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47640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1 637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047488"/>
            <a:ext cx="11612880" cy="32918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09320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</a:rPr>
              <a:t>Orthopaedics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40280" y="509320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Post-op total knee replacement, physio day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509320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TKR, ROM, DVT prophylaxis, arthroplasty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5093207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952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76672"/>
            <a:ext cx="11612880" cy="329184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42239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</a:rPr>
              <a:t>Endocrinology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40280" y="54223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DKA admission, insulin infusion, glucose monitoring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5422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DKA, insulin, glucose, ketones, pH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5422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1 488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705856"/>
            <a:ext cx="11612880" cy="32918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7515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7"/>
                </a:solidFill>
              </a:rPr>
              <a:t>Gastroenterology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40280" y="57515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GERD with Barrett's oesophagus, PPI initiated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57515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294A"/>
                </a:solidFill>
              </a:rPr>
              <a:t>GERD, Barrett's, PPI, endoscopy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64240" y="575157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877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607161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57A"/>
                </a:solidFill>
              </a:rPr>
              <a:t>Chars column = raw transcription length before truncation. 5 000 notes, mean ~1 400 chars, median ~950 chars.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6-step text cleaning and embedding preparation — applied at ingest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715000" cy="166420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4300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1. Load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399031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FF"/>
                </a:solidFill>
              </a:rPr>
              <a:t>pd.read_csv(path)  ·  dtype=str  ·  keep_default_na=False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4591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Load raw CSV with all columns as string type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keep_default_na=False prevents numeric strings misread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Result: DataFrame of ~5 000 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78992"/>
            <a:ext cx="5715000" cy="166420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4300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2. Drop nulls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99031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FF"/>
                </a:solidFill>
              </a:rPr>
              <a:t>df.dropna(subset=['transcription'])  ·  drop len&lt;50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1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Drop rows where transcription is NaN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Drop rows where transcription is shorter than 50 chars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These are empty or header artefacts — not real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98063"/>
            <a:ext cx="5715000" cy="166420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862071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3. Collapse whitespace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118103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FF"/>
                </a:solidFill>
              </a:rPr>
              <a:t>re.sub(r'\s+', ' ', text).strip()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364991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Replace tabs, newlines, multiple spaces with single space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Normalise Unicode whitespace characters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Produces clean, tokeniser-friendly string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798063"/>
            <a:ext cx="5715000" cy="166420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862071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4. Assemble 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18103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FF"/>
                </a:solidFill>
              </a:rPr>
              <a:t>'Specialty: X | Description: Y | Transcription | Keywords: Z'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64991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Concatenate all four used columns in fixed order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Pipe-separated format: readable and parse-free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Specialty at front — model attends to it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17136"/>
            <a:ext cx="5715000" cy="166420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58114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5. Truncate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37175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FF"/>
                </a:solidFill>
              </a:rPr>
              <a:t>text[:2000]  ·  2 000-character 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084064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all-MiniLM-L6-v2 max tokens = 512 (~350–450 words)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2 000 chars ≈ 350–450 words — fills model's full window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Chief complaint and diagnosis appear in first third in 99%+ of notes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517136"/>
            <a:ext cx="5715000" cy="166420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8114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6. Embed + normalise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37175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FF"/>
                </a:solidFill>
              </a:rPr>
              <a:t>model.encode(batch)  →  faiss.normalize_L2(vecs)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84064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Batch-encode all assembled strings → float32[N, 384]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L2-normalise each vector to unit length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inner product now equals cosine similarity — required for IndexFlatIP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08990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57A"/>
                </a:solidFill>
              </a:rPr>
              <a:t>All 6 steps executed offline in scripts/ingest.py  ·  result serialised to data/faiss.index  ·  runtime: ~60s on CPU for 5 000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Two separate phases: offline ingest (once) + online query (per request)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394960" cy="52120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Offline Phase (runs once at startup)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┌──────────────────────────────┐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mtsamples.csv (Kaggle)     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└──────────┬───────────────────┘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│  pd.read_csv()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▼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┌──────────────────────────────┐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Clean + truncate to 2000c  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Assemble embedding string  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└──────────┬───────────────────┘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│  model.encode(batch)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▼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┌──────────────────────────────┐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float32[5000, 384] vectors 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faiss.normalize_L2(vecs)   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└──────────┬───────────────────┘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│  index.add(vecs)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▼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┌──────────────────────────────┐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FAISS IndexFlatIP on disk  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data/faiss.index  (~7.5 MB)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└──────────────────────────────┘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78992"/>
            <a:ext cx="594360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15214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Online Phase (per HTTP request)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HTTP POST /retrieve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{ query, top_k, include_summary }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│  Pydantic validates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▼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model.encode([query])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→ float32[1, 384]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faiss.normalize_L2(vec)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▼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IndexFlatIP.search(vec, k)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→ scores[k], indices[k]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▼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Metadata lookup per index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specialty + description +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keywords + transcript excerpt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▼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Claude API (optional)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system_prompt + ranked notes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→ ≤300-word clinical summary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│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▼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JSON response to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 Deep Dive: Ingest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scripts/ingest.py — builds and serialises the FAISS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138988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What Ingest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39"/>
            <a:ext cx="1124711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Loads mtsamples.csv → cleans text → assembles embedding strings → batch-encodes → L2-normalises → adds to FAISS → serialises index to disk.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Ingest is a one-time operation. The resulting .faiss file is loaded by the API at startup — no re-encoding at query time.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Runtime: approximately 60 seconds on CPU for 5 000 notes (batch size 64, all-MiniLM-L6-v2).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15184"/>
            <a:ext cx="36576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26079"/>
            <a:ext cx="3657600" cy="149961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990087"/>
            <a:ext cx="3438144" cy="140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data/mtsamples.csv (Kaggle download)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~35 MB, ~5 000 rows, 5 columns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All columns as string dtype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No preprocessing applied yet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Can also use --sample flag for demo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→ uses 5 built-in documents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615184"/>
            <a:ext cx="41148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26517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Processing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926079"/>
            <a:ext cx="4114800" cy="149961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2990087"/>
            <a:ext cx="3895344" cy="140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1. drop_nulls(df)  → clean DataFrame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2. assemble_text(row)  → string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3. model.encode(texts, batch_size=64)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4. faiss.normalize_L2(matrix)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5. index.add(matrix)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6. index.write_index(path)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615184"/>
            <a:ext cx="338328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926079"/>
            <a:ext cx="3383280" cy="149961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2990087"/>
            <a:ext cx="3163824" cy="140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data/faiss.index  (~7.5 MB)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data/metadata.pkl  (5 000 dicts)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Each dict: specialty, description,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keywords, transcription_excerpt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Loaded by API on startup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Sub-1 second restart from disk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53712"/>
            <a:ext cx="11612880" cy="173736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2686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Key Design Decisions in Ingest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19472"/>
            <a:ext cx="1124712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Batch size 64: balances memory and CPU throughput on standard hardware; configurable via --batch-size flag.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Serialise index to disk: API startup time is sub-1 second even for 5 000 notes — no expensive re-encoding on every restart.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Separate metadata pickle: FAISS stores only float32 vectors — not text. Metadata dict maps FAISS index position → document fields.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L2-normalise at ingest: applying normalisation once offline means query normalisation is the only runtime cost, not re-normalising the index.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 Deep Dive: Embed &amp; Index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How vectors are produced and stored for sub-millisecond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Embedding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5577840" cy="195681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53896"/>
            <a:ext cx="5358383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Library: sentence-transformers (Hugging Face)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Model: all-MiniLM-L6-v2 (default)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→ 22M parameters, 6-layer MiniLM architecture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→ outputs float32[batch, 384] dense vectors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→ trained on 1B+ sentence pairs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Fallback: TF-IDF + LSA (scikit-learn)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→ 256-dim SVD-based latent semantics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→ zero external dependencies, fully offline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→ auto-activates when HF Hub unreachable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078992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115568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L2 Normalisation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89888"/>
            <a:ext cx="5806440" cy="195681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453896"/>
            <a:ext cx="5586983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faiss.normalize_L2(matrix)  in-place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Each vector divided by its L2 norm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Result: all vectors on unit hypersphere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||v|| = 1.0 for every document vector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Why: inner_product(v1, v2) == cosine(v1,v2)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when both are L2-normalised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IndexFlatIP computes inner products natively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→ exact cosine similarity at search time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Applied both at ingest AND at query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93008"/>
            <a:ext cx="11612880" cy="93268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6616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Index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77056"/>
            <a:ext cx="112471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index = faiss.IndexFlatIP(384)  →  exact inner-product search, dimension=384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index.add(matrix)              →  adds all N=5000 float32 vectors; index stored in RAM (~7.5 MB)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faiss.write_index(index, path) →  serialises to data/faiss.index for instant reload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72000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608576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Memory Footprint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82896"/>
            <a:ext cx="5577840" cy="1408175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946904"/>
            <a:ext cx="5358383" cy="131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5 000 × 384 × 4 bytes (float32) = 7.68 MB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Index overhead: ~0.1 MB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Total RAM for index: ~8 MB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Metadata pickle (text): ~15 MB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Total resident memory: ~23 MB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Well within a 512 MB container limit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572000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608576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Scale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882896"/>
            <a:ext cx="5806440" cy="1408175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4946904"/>
            <a:ext cx="5586983" cy="131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Current: IndexFlatIP  (exact, O(n) per query)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100k notes → IndexIVFFlat (~95% accuracy)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→ 20× faster, 0.15% precision loss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1M notes → IndexHNSWFlat (~99% accuracy)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→ O(log n) per query, 32 bytes/vec overhead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All index types share identical search()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 Deep Dive: Retrieve &amp; Summarise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Online path — runs on every POST /retrieve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577840" cy="52120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Retrieve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Input: query string from HTTP request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Step 1 — Embed query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q_vec = model.encode([query])  → [1,384]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faiss.normalize_L2(q_vec)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Step 2 — Search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scores, indices = index.search(q_vec, k)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scores: float32[1, k]  range 0.0–1.0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indices: int64[1, k]   FAISS positions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Step 3 — Metadata lookup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for idx in indices[0]: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doc = metadata[idx]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doc['score'] = scores[0][pos]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results.append(doc)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Step 4 — Return results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results sorted by score descending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attached: specialty, description,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keywords, transcription[:500]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cosine score, rank number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78992"/>
            <a:ext cx="580644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5214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Summarise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63040"/>
            <a:ext cx="5440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Triggered when include_summary=true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and ANTHROPIC_API_KEY is set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Input to Claude API: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• System prompt (5 principles)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• Doctor's original query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• Top-k results in ranked order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- rank, score, specialty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- description, keywords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- first 1 500 chars of transcript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Claude API call: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model: claude-sonnet-4-6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max_tokens: 1024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temperature: default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Output: ≤300-word clinical summary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• Leads with salient findings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• Flags red-flag findings (⚠)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• Never fabricates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Fallback (no API key):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Structured rule-based summary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Lists specialties + scores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Always returns non-null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Embedding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Three-tier strategy: Primary · Clinical Upgrade · Offline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310896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                      Dim    Params   Training Data                              Speed       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11612880" cy="51206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435608"/>
            <a:ext cx="2606040" cy="42062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9961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all-MiniLM-L6-v2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49961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384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4996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22M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49961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1B+ sentence pairs: NLI, STS, MS-MARCO, med Q&amp;A,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9961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&lt; 100ms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4996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Primary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01952"/>
            <a:ext cx="11612880" cy="512064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" y="1947672"/>
            <a:ext cx="2606040" cy="420624"/>
          </a:xfrm>
          <a:prstGeom prst="rect">
            <a:avLst/>
          </a:prstGeom>
          <a:solidFill>
            <a:srgbClr val="00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0116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S-PubMedBert-MS-MARCO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01168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768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0116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110M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0116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PubMed abstracts + MS-MARCO passage ranking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20116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~300ms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0116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B5A"/>
                </a:solidFill>
              </a:rPr>
              <a:t>Clinical upgrade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414016"/>
            <a:ext cx="11612880" cy="51206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" y="2459736"/>
            <a:ext cx="2606040" cy="420624"/>
          </a:xfrm>
          <a:prstGeom prst="rect">
            <a:avLst/>
          </a:prstGeom>
          <a:solidFill>
            <a:srgbClr val="55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523744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TF-IDF + LSA (256d)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52374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256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312" y="25237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52374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Corpus-fitted SVD; deterministic latent semantics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252374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&lt;10ms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5237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4488"/>
                </a:solidFill>
              </a:rPr>
              <a:t>Offline fallback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962656"/>
            <a:ext cx="11612880" cy="184708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0358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Detailed Trade-off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346704"/>
            <a:ext cx="11247119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all-MiniLM-L6-v2 → Best speed/quality for general deployment. 22M params means sub-100ms on CPU with no GPU. MTEB rank 1 among lightweight models.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S-PubMedBert-MS-MARCO → Better biomedical abbreviation alignment (CKD, DKA, MI). Use when clinical precision outweighs 3× latency increase. Single env-var switch.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GPT-text-embedding-ada-002 → Network latency (~100ms) + per-token cost + data privacy concerns for clinical PHI. Not justified at 5k corpus scale.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BERT-large / BioBERT → 5–10× slower than MiniLM on CPU. Marginal gains at this scale. Better for 100k+ corpora with GPU inference available.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956048"/>
            <a:ext cx="36576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9926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When to Upgrade to PubMedBert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266944"/>
            <a:ext cx="3657600" cy="1024127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5330952"/>
            <a:ext cx="3438144" cy="932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Production corpus &gt; 50k notes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Sub-specialty queries fail with MiniLM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Clinical abbreviation recall &lt; 0.80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GPU inference available (cut latency 3×)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4956048"/>
            <a:ext cx="41148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59" y="49926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When Fallback Activates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5266944"/>
            <a:ext cx="4114800" cy="1024127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0248" y="5330952"/>
            <a:ext cx="3895344" cy="932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HuggingFace Hub unreachable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Air-gapped / offline environment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--model=tfidf flag passed to ingest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Model load error at startup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4956048"/>
            <a:ext cx="338328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49926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Switching Models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5266944"/>
            <a:ext cx="3383280" cy="1024127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13648" y="5330952"/>
            <a:ext cx="3163824" cy="932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export EMBEDDING_MODEL=&lt;name&gt;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Re-run: python scripts/ingest.py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API auto-detects new index model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Zero code changes required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Embedding Justification: all-MiniLM-L6-v2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Five reasons this model is the right choice for this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7150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1. Optimal CPU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5715000" cy="13350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53896"/>
            <a:ext cx="549554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22M parameters — 6-layer MiniLM distilled from BERT-large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Sub-100ms per query on commodity CPU hardware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No GPU required for deployment or inference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Batch encoding 5 000 notes in ~60s on a laptop CPU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5–10× faster than BERT-large for &lt;2% quality loss on MTEB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78992"/>
            <a:ext cx="57150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11556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2. Training Data Includes Medical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89888"/>
            <a:ext cx="5715000" cy="13350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453896"/>
            <a:ext cx="549554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Trained on 1 billion+ sentence pairs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Sources include: NLI, STS, MS-MARCO, medical Q&amp;A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Biomedical text pairs from PubMed question-answer pairs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Clinical vocabulary represented in training distribution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Not purely general-purpose — medical Q&amp;A explicitly included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79776"/>
            <a:ext cx="57150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1635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3. Top MTEB Lightweight Benchmark Rank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90672"/>
            <a:ext cx="5715000" cy="13350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154679"/>
            <a:ext cx="549554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MTEB = Massive Text Embedding Benchmark (56 tasks)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all-MiniLM-L6-v2 ranks #1 among &lt;25M parameter models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Outperforms GloVe, FastText, TF-IDF on semantic tasks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Retrieval, clustering, reranking all covered in benchmark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Independent third-party evaluation — not vendor claim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779776"/>
            <a:ext cx="57150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281635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4. Model-Agnostic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090672"/>
            <a:ext cx="5715000" cy="13350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154679"/>
            <a:ext cx="549554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Retriever uses SentenceTransformer(model_name) interface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model_name read from EMBEDDING_MODEL env var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Swapping models requires zero code changes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Same encode() → normalize_L2() → search() pipeline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Upgrade to clinical model for production with 1 env var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91256" y="4535424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2696" y="4572000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5. Clinical Synonym Alignment Validated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91256" y="4846320"/>
            <a:ext cx="5806440" cy="13350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00984" y="4910328"/>
            <a:ext cx="5586983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Empirically tested on 10 clinical abbreviation pairs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CKD ≈ renal failure: cosine 0.82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DKA ≈ diabetic ketoacidosis: cosine 0.88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MI ≈ myocardial infarction: cosine 0.91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Queries don't need to use the same words as the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Embedding: Clinical Synonym Alignment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Queries using different vocabulary still retrieve clinically correct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80467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Why Synonym Alignment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39"/>
            <a:ext cx="112471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Keyword search fails: query 'renal insufficiency' shares zero tokens with notes containing 'CKD', 'nephropathy', 'GFR'.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Embedding bridges clinical synonymy by cosine similarity — no token overlap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29968"/>
            <a:ext cx="11612880" cy="29260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66543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Query Term (paraphrased)                 Target Term (in notes)                Score   Clinical 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22576"/>
            <a:ext cx="11612880" cy="34747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3774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renal insufficiency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37744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chronic kidney disease / CKD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0.82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377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Nephrology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70048"/>
            <a:ext cx="11612880" cy="347472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7249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diabetic ketoacidosis crisis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7249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DKA / ketoacidaemia / HHS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2491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0.88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724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Endocrinology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17520"/>
            <a:ext cx="11612880" cy="34747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0723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heart attack / chest pain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07238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myocardial infarction / STEMI / ACS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7238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0.91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0723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Cardiology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64992"/>
            <a:ext cx="11612880" cy="347472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4198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elevated blood pressure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4198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hypertension / HTN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41985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0"/>
                </a:solidFill>
              </a:rPr>
              <a:t>0.79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4198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General Medicine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712464"/>
            <a:ext cx="11612880" cy="34747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7673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lung infection / chest infection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76732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pneumonia / lower respiratory tract infection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76732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0.85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7673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Pulmonology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059935"/>
            <a:ext cx="11612880" cy="347472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411479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knee replacement surgery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4114799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total knee arthroplasty / TKR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114799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0.93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11479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Orthopaedics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407408"/>
            <a:ext cx="11612880" cy="34747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44622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breathing difficulty / shortness of breath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44622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dyspnoea / COPD exacerbation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46227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0.84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44622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Pulmonology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54880"/>
            <a:ext cx="11612880" cy="347472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48097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blood sugar control failure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480974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hyperglycaemia / poor glycaemic control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80974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0.87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48097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Endocrinology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102352"/>
            <a:ext cx="11612880" cy="34747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51572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brain scan for seizure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515721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MRI brain / EEG / epilepsy workup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15721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0.80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51572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Neurology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449824"/>
            <a:ext cx="11612880" cy="347472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" y="55046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stroke / paralysis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23360" y="550468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CVA / cerebral infarction / hemiplegia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55046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0.86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5504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Neurology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833872"/>
            <a:ext cx="11612880" cy="4572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8795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Score ≥ 0.85 = strong alignment (green)  ·  0.80–0.85 = good alignment (teal)  ·  Keyword matcher returns 0 results for all 10 pairs above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Retrieval Pipeline: Full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Step-by-step trace from HTTP request to ranked JSON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577840" cy="52120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Query Processing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1. HTTP POST /retrieve arrives at FastAPI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Body: { query, top_k, include_summary }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2. Pydantic RetrieveRequest validates: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query: str  min=3, max=1000 chars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top_k: int  ge=1, le=20, default=5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include_summary: bool, default=true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→ 422 Unprocessable if validation fails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3. retriever.encode_query(query):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model.encode([query]) → float32[1,384]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faiss.normalize_L2(vec)  in-place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4. retriever.search(vec, top_k):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scores, indices = index.search(vec, k)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scores range: 0.0 – 1.0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5. Metadata resolution: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for i, idx in enumerate(indices[0]):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doc = metadata_store[idx]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doc['rank'] = i + 1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doc['score'] = float(scores[0][i])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6. Summarisation (if enabled):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build_prompt(query, results)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call anthropic.messages.create()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or return rule_based_summary(results)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7. Return JSON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78992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115568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Score Interpretation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389888"/>
            <a:ext cx="5806440" cy="171907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453896"/>
            <a:ext cx="5586983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Score range: 0.0 – 1.0 (L2-normalised)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≥ 0.85  →  highly clinically relevant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0.60–0.85  →  probable match, review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0.40–0.60  →  weak match, low confidence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&lt; 0.40  →  likely off-topic query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Scale-invariant: short note = long note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Observed range (5 proof queries): 0.946–1.000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255264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291840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Edge Cases Handled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566160"/>
            <a:ext cx="5806440" cy="126187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3630168"/>
            <a:ext cx="5586983" cy="11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Empty corpus  →  returns empty results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top_k &gt; index size  →  returns all docs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Same query twice  →  deterministic results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Unicode / special chars  →  handled by tokeniser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API key missing  →  rule-based 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974336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010912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285232"/>
            <a:ext cx="5806440" cy="1005839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5349240"/>
            <a:ext cx="5586983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Query embed: ~15ms (CPU)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FAISS search (5k): ~2ms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Metadata lookup: ~1ms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Claude API: ~150ms (network)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End-to-end: ~170ms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FAISS Deep Dive: Index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Why IndexFlatIP is the right choice — and the upgrade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74980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What FAISS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39"/>
            <a:ext cx="1124711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FAISS: dense vector nearest-neighbour search library. IndexFlatIP = exact inner product (cosine for L2-normalised vecs). No approximation. Zero false negatives.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75104"/>
            <a:ext cx="11612880" cy="27432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11247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Index Type         Accuracy   Query Time   Memory Overhead   Max Scale   Used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9424"/>
            <a:ext cx="11612880" cy="3840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IndexFlatIP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313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Exact (100%)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2313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O(N·d)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313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None (raw vectors)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134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~100k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✓ Current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33472"/>
            <a:ext cx="11612880" cy="384048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6974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IndexIVFFlat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269747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~95–98%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2112" y="269747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O(√N·d)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6974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Voronoi centroids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9747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100k–2M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26974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Scale path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17520"/>
            <a:ext cx="11612880" cy="3840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08152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IndexHNSWFlat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081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~99%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3081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O(log 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08152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32 bytes/vec 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08152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1M+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08152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Scale path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01568"/>
            <a:ext cx="11612880" cy="384048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465575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IndexPQ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346557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~90–95%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2112" y="346557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O(k·N/m)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465575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8–16 bytes/vec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46557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Any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6912" y="3465575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Memory path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785615"/>
            <a:ext cx="11612880" cy="3840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38496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IndexIVFPQ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8496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~90–95%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82112" y="38496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O(√N·k)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38496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Centroids + codes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8496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10M+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6912" y="38496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Large scale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224528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261104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IndexFlatIP for 5k corpus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535424"/>
            <a:ext cx="5577840" cy="1755647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4599432"/>
            <a:ext cx="5358383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Exact search: zero approximation error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5k × 384 × 4 bytes = 7.68 MB RAM — trivial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Linear scan of 7.68 MB takes ~2ms on CPU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No training step (IVF needs k-means training)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Zero false negatives — every match is found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index.add() is O(1) — no rebuild on insert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Serialises / deserialises in &lt;100ms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Identical API to all other FAISS index types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4224528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4261104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Upgrade Trigger &amp; Procedure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4535424"/>
            <a:ext cx="5806440" cy="1755647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0488" y="4599432"/>
            <a:ext cx="5586983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Trigger: query latency &gt; 50ms (IndexFlatIP at ~100k)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IndexIVFFlat upgrade: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nlist = int(sqrt(N))  # Voronoi cells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index = faiss.IndexIVFFlat(quantiser,d,nlist)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index.train(matrix)   # one-time k-means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index.add(matrix)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index.nprobe = 8      # cells to search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Zero API change in app/retrieval.py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Same search(vec, k) call throughout codebase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LLM Summarisation: System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Full verbatim prompt sent to Claude API on every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400507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System Prompt — Verbatim (app/summarizer.py SYSTEM_PROMPT constant)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"You are a senior clinical decision-support assistant. A physician has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submitted a query and retrieved the following clinical notes from a corpus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of past cases. Your task is to produce a concise, clinically precise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summary for the physician."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Principles: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1.  Lead with the most clinically salient findings across all retrieved notes.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2.  Highlight patterns, shared diagnoses, and relevant differentials.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3.  Flag red-flag findings explicitly — label them clearly (⚠ Red flag:).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4.  Keep the summary ≤ 300 words unless clinical complexity demands more.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5.  Never fabricate findings not present in the provided notes.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Notes will be provided in ranked order (rank 1 = most similar to query).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Each note includes: rank, cosine score, specialty, description,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keywords, and first 1 500 characters of the transcription.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30368"/>
            <a:ext cx="36576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Principle 1: Salience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541264"/>
            <a:ext cx="3657600" cy="749807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5605272"/>
            <a:ext cx="3438144" cy="65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Lead with highest-scoring finding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Most relevant note drives summary lead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Not alphabetical or specialty-sorted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5230368"/>
            <a:ext cx="411480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526694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Principle 3: Red Flags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5541264"/>
            <a:ext cx="4114800" cy="749807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5605272"/>
            <a:ext cx="3895344" cy="65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Explicit ⚠ label required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Creatinine rise, sepsis, ACS etc.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Ensures dangerous findings surface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5230368"/>
            <a:ext cx="338328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52669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Principle 5: Grounding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5541264"/>
            <a:ext cx="3383280" cy="749807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5605272"/>
            <a:ext cx="3163824" cy="65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No hallucination permitted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Only summarises what is in notes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Hard constraint — not aspirational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LLM Summarisation: Input/Output &amp;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Complete message construction and example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 Message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5577840" cy="223113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53896"/>
            <a:ext cx="5358383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Physician Query: &lt;original query text&gt;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Retrieved Notes: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Rank 1 (score: 0.985) — Nephrology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Description: CKD stage 3 in T2DM...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Keywords: CKD, creatinine, GFR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Note text: 62-year-old male with type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2 diabetes presenting for quarterly...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Rank 2 (score: 0.941) — Nephrology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078992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115568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API Call Parameters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89888"/>
            <a:ext cx="5806440" cy="223113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453896"/>
            <a:ext cx="5586983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model:       claude-sonnet-4-6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max_tokens:  1024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messages: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role: system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  content: &lt;SYSTEM_PROMPT&gt;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role: user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  content: &lt;user message&gt;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temperature: (default — balanced)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ANTHROPIC_API_KEY: from env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67328"/>
            <a:ext cx="11612880" cy="148132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Example Output (summary field in response)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7"/>
            <a:ext cx="112471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"The retrieved notes consistently present diabetic nephropathy across CKD stages 2–4. The dominant pattern is reduced GFR (range 28–52) combined with proteinuria in patients with 10+ year diabetes duration. Key management themes: ACE inhibitor or ARB initiation for renoprotection, glycaemic optimisation targeting HbA1c &lt; 7%, and nephrology co-management. ⚠ Red flag: one note documents a creatinine rise from 1.4 to 2.1 over 6 months — progression to stage 4 CKD warrants urgent nephrology referral."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94960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431536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Fallback (no API key)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705856"/>
            <a:ext cx="5577840" cy="585215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5769864"/>
            <a:ext cx="5358383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Returns structured rule-based summary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Lists top specialties and cosine scores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Includes note descriptions verbatim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Always non-null — API never 500s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5394960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5431536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This Prompt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5705856"/>
            <a:ext cx="5806440" cy="585215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5769864"/>
            <a:ext cx="5586983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Rank ordering → model attends to most relevant first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Red flag instruction → safety-critical for clinical use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Grounding instruction → prevents hallucination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REST API: Endpoints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FastAPI with Pydantic v2 — three endpoints, full input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29260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  Endpoint      Status 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12880" cy="43891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43560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94A"/>
                </a:solidFill>
              </a:rPr>
              <a:t>/retrieve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43560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200/422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435608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94A"/>
                </a:solidFill>
              </a:rPr>
              <a:t>Submit JSON body — primary endpoint — returns ranked notes +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10512"/>
            <a:ext cx="11612880" cy="438912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874519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75A"/>
                </a:solidFill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874519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94A"/>
                </a:solidFill>
              </a:rPr>
              <a:t>/retrieve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874519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200/422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874519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94A"/>
                </a:solidFill>
              </a:rPr>
              <a:t>Same via URL params: ?query=...&amp;top_k=5&amp;include_summary=true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49424"/>
            <a:ext cx="11612880" cy="43891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31343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75A"/>
                </a:solidFill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3134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94A"/>
                </a:solidFill>
              </a:rPr>
              <a:t>/health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31343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313432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94A"/>
                </a:solidFill>
              </a:rPr>
              <a:t>Health check — returns index size, doc count, active embedding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706624"/>
            <a:ext cx="5577840" cy="148132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797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Request Schema (Pydantic v2)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072384"/>
            <a:ext cx="5212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class RetrieveRequest(BaseModel):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    query: str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        = Field(..., min_length=3, max_length=1000)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    top_k: int = Field(5, ge=1, le=20)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    include_summary: bool = True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706624"/>
            <a:ext cx="5806440" cy="148132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77977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Validation 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072384"/>
            <a:ext cx="54406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422 — query too short (&lt; 3 chars)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422 — query too long (&gt; 1000 chars)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422 — top_k &lt; 1 or &gt; 20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422 — include_summary not bool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200 — all valid inputs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334256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370832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Middleware &amp;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45152"/>
            <a:ext cx="5577840" cy="164592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709160"/>
            <a:ext cx="535838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CORS enabled — any origin (configurable)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Automatic OpenAPI docs at /docs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Automatic Redoc docs at /redoc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Uvicorn ASGI server — async capable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app = FastAPI(title='Clinical Retrieval API')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Swagger UI for interactive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4334256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4370832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Health Endpoint Response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645152"/>
            <a:ext cx="5806440" cy="164592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4709160"/>
            <a:ext cx="558698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GET /health → 200 OK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{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"status": "ok",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"index_size": 4999,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"document_count": 4999,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"embedding_model":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  "all-MiniLM-L6-v2"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18/30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REST API: Full Request &amp; Response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Complete field-by-field documentation with example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577840" cy="52120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Request Body (POST /retrieve)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{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"query": "diabetic patient with kidney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complications and elevated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creatinine",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"top_k": 5,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"include_summary": true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}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Field details: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query           required string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    min_length=3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    max_length=1000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    natural language, any words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top_k           optional integer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    default=5, range 1–20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    number of results to return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include_summary optional boolean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    default=true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    false → skip Claude API call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    useful for latency-sensitive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    or offline deployments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78992"/>
            <a:ext cx="580644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5214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Response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63040"/>
            <a:ext cx="5440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{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"query": "diabetic patient...",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"total_retrieved": 5,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"embedding_model":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"sentence-transformers/all-MiniLM-L6-v2",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"results": [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{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"rank": 1,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"score": 0.9847,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"specialty": "Nephrology",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"sample_name": "CKD with Diabetes",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"description": "CKD stage 3 in T2DM",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"keywords": "CKD, creatinine, GFR",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"transcription_excerpt":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"62-year-old male with T2DM..."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},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{ "rank": 2, "score": 0.9421, ... }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],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"summary": "The retrieved notes present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diabetic nephropathy... ⚠ Red flag: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creatinine rise from 1.4 to 2.1..."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REST API: Configuration, Docker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Environment variables, Docker setup, and production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29260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Variable               Default                          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12880" cy="36576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264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EMBEDDING_MODEL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4264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sentence-transformers/all-MiniLM-L6-v2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4264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Hugging Face model name or local 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37360"/>
            <a:ext cx="11612880" cy="365760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7922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ANTHROPIC_API_KEY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92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(empty)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922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Claude API key — LLM summary disabled if absent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11612880" cy="36576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1579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CLAUDE_MODEL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1579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claude-sonnet-4-6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579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Claude model for summarisation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68880"/>
            <a:ext cx="11612880" cy="365760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5237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TOP_K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5237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237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Default number of results if not specified in request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34640"/>
            <a:ext cx="11612880" cy="36576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28895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INDEX_PATH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2889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data/faiss.index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895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Path to serialised FAISS index 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00400"/>
            <a:ext cx="11612880" cy="365760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2552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DATA_CSV_PATH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2552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data/mtsamples.csv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2552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Path to raw CSV for ingest script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02736"/>
            <a:ext cx="5577840" cy="157276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675887"/>
            <a:ext cx="521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Docker Commands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86784"/>
            <a:ext cx="521207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docker build -t clinic-retrieval 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docker run -p 8000:8000 \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  -e ANTHROPIC_API_KEY=sk-... \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  -e EMBEDDING_MODEL=all-MiniLM-L6-v2 \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  -v $(pwd)/data:/app/data \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  clinic-retrieval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# API available at http://localhost:8000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602736"/>
            <a:ext cx="5806440" cy="157276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675887"/>
            <a:ext cx="5440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Starting Locally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86784"/>
            <a:ext cx="544067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pip install -r requirements.txt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python scripts/ingest.py --csv data/mtsamples.csv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uvicorn app.main:app --reload --port 8000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# Demo mode (no CSV needed):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python scripts/ingest.py --sample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# Then query: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curl -X POST http://localhost:8000/retrieve \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  -d '{"query":"CKD","top_k":3}'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321808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358384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Production Notes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32704"/>
            <a:ext cx="5577840" cy="6583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5696712"/>
            <a:ext cx="535838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Set ANTHROPIC_API_KEY for LLM summaries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CORS origins configurable in app/main.py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Uvicorn workers: --workers 4 for production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Auth layer (JWT) recommended before exposing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5321808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5358384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Dockerfile Highlights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5632704"/>
            <a:ext cx="5806440" cy="6583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0488" y="5696712"/>
            <a:ext cx="558698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Multi-stage build — no dev dependencies in image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Base: python:3.11-slim (~180 MB final image)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COPY requirements.txt → pip install → COPY app/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ENTRYPOINT uvicorn app.main:app --host 0.0.0.0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20/30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Evaluation: Metrics &amp;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Four metrics measuring semantic retrieval quality — not keyword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274320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52144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Precision@k (Specialty)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44752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Fraction of top-k retrieved results whose medical_specialty matches the expected clinical domain for the query.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49631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Thresholds: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8892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&gt; 0.80 = good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= 1.00 = perfect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&lt; 0.50 = poor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Threshold used: Precision@1 for 5 queries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Requires: specialty ground truth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57200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This System: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864607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75A"/>
                </a:solidFill>
              </a:rPr>
              <a:t>1.0 / 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5263" y="1078992"/>
            <a:ext cx="274320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1" y="1152144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Keyword Recall@k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1" y="1444752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Fraction of top-k results containing at least one domain-specific clinical term from the query's target domain.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1" y="249631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Thresholds: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1" y="278892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&gt; 0.60 = acceptable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&gt; 0.80 = good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Threshold used: Recall@5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Requires: per-specialty keyword list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Tests: clinical vocabulary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1" y="457200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This System: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1" y="4864607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75A"/>
                </a:solidFill>
              </a:rPr>
              <a:t>1.0 / 1.0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078992"/>
            <a:ext cx="274320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152144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Mean Cosine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1444752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Average cosine similarity score across all top-k results for a given query. Higher = model more confident.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49631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Thresholds: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78892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&gt; 0.60 = confident retrieval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&gt; 0.80 = high confidence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Mean rank-1 (5 queries): 0.980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Range: 0.946 – 1.000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Low mean = ambiguous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57200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This System: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4864607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75A"/>
                </a:solidFill>
              </a:rPr>
              <a:t>0.980 avg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17152" y="1078992"/>
            <a:ext cx="274320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1152144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Score Spread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444752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Gap between rank-1 and rank-k score. Large spread means the top result is clearly better than the rest.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49631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Thresholds: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78892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&gt; 0.10 = well-separated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&gt; 0.20 = very clear top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Small spread = tie at top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Indicates disambiguation quality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CCDDFF"/>
                </a:solidFill>
              </a:rPr>
              <a:t>Useful for UX confidence display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57200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This System: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864607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75A"/>
                </a:solidFill>
              </a:rPr>
              <a:t>&gt; 0.10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21/30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Evaluation: 5 Semantic Proof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All 5 queries designed with zero vocabulary overlap with target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65836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Test Design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39"/>
            <a:ext cx="1124711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All 5 queries share zero tokens with target documents — keyword search returns nothing. Embedding Precision@1 = 1.0.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83664"/>
            <a:ext cx="11612880" cy="29260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Query (paraphrased — zero token overlap)          Target Specialty   Score  Recall  Precision  Correct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76272"/>
            <a:ext cx="11612880" cy="43891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24942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Renal insufficiency in type 2 diabetes mellitus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24942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Nephrology / CKD + DM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49424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0.985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24942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24942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224942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15184"/>
            <a:ext cx="11612880" cy="438912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68833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Blood glucose crisis requiring intravenous insulin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0992" y="26883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Endocrinology / DKA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88336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0.946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68833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68833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68833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54096"/>
            <a:ext cx="11612880" cy="43891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12724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Patient with COPD and decreased O2 needing bronchodilation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31272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Pulmonology / COPD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12724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0.987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12724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12724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312724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93008"/>
            <a:ext cx="11612880" cy="438912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56616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Post-operative knee arthroplasty physiotherapy rehab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0992" y="35661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Orthopaedics / TKR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56616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1.000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5661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5661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1.0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35661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931920"/>
            <a:ext cx="11612880" cy="43891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400507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Crushing left-arm pain with elevated troponin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0992" y="400507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Cardiology / Chest Pain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00507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0.980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0050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0050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40050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407408"/>
            <a:ext cx="11612880" cy="969264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48056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Why 1.000 for TKR and 0.946 for DKA?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791456"/>
            <a:ext cx="112471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TKR 1.000: narrow domain with unambiguous vocabulary — minimal competition from other specialties.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DKA 0.946 (lowest): expected ambiguity between endocrine and general medicine notes — clinically reasonable.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522976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559552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Running Evaluation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833872"/>
            <a:ext cx="5577840" cy="457199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5897880"/>
            <a:ext cx="535838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python scripts/evaluate.py --sample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python scripts/evaluate.py --csv data/mtsamples.csv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python scripts/evaluate.py --compare-models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5522976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5559552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Gets Measured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5833872"/>
            <a:ext cx="5806440" cy="457199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0488" y="5897880"/>
            <a:ext cx="558698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Precision@k per query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Keyword recall@k per query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Mean cosine score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Score spread rank-1 to rank-k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22/30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Evaluation: Semantic vs Keyword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Side-by-side comparison proving embedding retrieval beats BM25/TF-IDF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6400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The Core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39"/>
            <a:ext cx="1124711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Zero token overlap: query uses "renal insufficiency", notes use "CKD/nephropathy/GFR". Embedding returns Nephrology rank-1 at score 0.985.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65376"/>
            <a:ext cx="5577840" cy="27432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865376"/>
            <a:ext cx="5806440" cy="27432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01952"/>
            <a:ext cx="5212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BM25 / TF-IDF Keyword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01952"/>
            <a:ext cx="5440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Dense Embedding Retrieval (this system)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39696"/>
            <a:ext cx="5577840" cy="4151376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12848"/>
            <a:ext cx="521208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Query: 'renal insufficiency in T2DM'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BM25 tokenises: ['renal','insufficiency',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  'in','T2DM']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Searches inverted index for each token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'renal' → 3 matches (not CKD notes)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'T2DM' → 0 exact matches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'insufficiency' → 1 match (non-clinical)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RESULT: 0 or 1 irrelevant results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Nephrology CKD notes: NOT RETURNED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Fails because: 'CKD', 'nephropathy',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FFBBBB"/>
                </a:solidFill>
              </a:rPr>
              <a:t>'GFR', 'creatinine' not in query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139696"/>
            <a:ext cx="5806440" cy="4151376"/>
          </a:xfrm>
          <a:prstGeom prst="rect">
            <a:avLst/>
          </a:prstGeom>
          <a:solidFill>
            <a:srgbClr val="08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212848"/>
            <a:ext cx="544068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Query: 'renal insufficiency in T2DM'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model.encode(query) → float32[384]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  (semantic meaning, not tokens)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faiss.search(vec, k)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  → cosine similarity to ALL docs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Results: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  Rank 1: Nephrology/CKD  score=0.985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  Rank 2: Nephrology/CKD  score=0.941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  Rank 3: Endocrine/DM    score=0.912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RESULT: Clinically correct, all 5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Nephrology CKD notes: RETURNED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Succeeds because: embedding encodes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BBFFCC"/>
                </a:solidFill>
              </a:rPr>
              <a:t>meaning not tokens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345936"/>
            <a:ext cx="5577840" cy="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035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✗  0 correct results for vocabulary-paraphrased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603504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75A"/>
                </a:solidFill>
              </a:rPr>
              <a:t>✓  Precision@1 = 1.0 across all 5 paraphrased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23/30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Fine-Tuning: Approach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Optional — documented as required by exam; +5–15% precision expected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6400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Why Fine-Tune?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39"/>
            <a:ext cx="1124711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Domain fine-tuning boosts Precision@k by +5–15%; especially improves biomedical abbreviation disambiguation (CKD, DKA).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65376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01952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Triplet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76272"/>
            <a:ext cx="5577840" cy="1773935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240279"/>
            <a:ext cx="5358383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Source: specialty labels as free supervision signal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Triplet = (anchor, positive, negative):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Anchor: synthetic query from description field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Positive: note from SAME specialty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Negative: note from DIFFERENT specialty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Generator: scripts/generate_triplets.py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--csv data/mtsamples.csv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--out data/triplets.jsonl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~20 000 triplets from 5 000 notes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5× augmentation per 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65376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01952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Training Configuration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176272"/>
            <a:ext cx="5806440" cy="1773935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240279"/>
            <a:ext cx="5586983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Library: sentence-transformers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Loss: MultipleNegativesRankingLoss (MNRL)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• Treats all other positives in batch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  as implicit negatives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• Directly optimises ranking objective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• Well-suited to retrieval tasks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Batch size: 64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Epochs: 3–5 (early stop on dev set)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Learning rate: 2e-5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Warmup steps: 10% of total steps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Hardware: A100 GPU, ~2 hours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96512"/>
            <a:ext cx="11612880" cy="1316736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69663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Training Script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62272"/>
            <a:ext cx="112471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1.  python scripts/generate_triplets.py --csv data/mtsamples.csv --out data/triplets.jsonl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2.  python scripts/finetune.py --base all-MiniLM-L6-v2 --triplets data/triplets.jsonl --out models/clinical-minilm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3.  EMBEDDING_MODEL=models/clinical-minilm python scripts/ingest.py --csv data/mtsamples.csv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4.  python scripts/evaluate.py --compare-models  →  prints before/after Precision@k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559552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MNRL Loss?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870448"/>
            <a:ext cx="5577840" cy="420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5934456"/>
            <a:ext cx="53583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In-batch negatives = O(batch²) negatives per step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Directly optimises ranking — not classification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No hard negative mining needed at small scale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5559552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5596128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Expected Improvements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5870448"/>
            <a:ext cx="5806440" cy="420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5934456"/>
            <a:ext cx="55869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CKD/renal failure: 0.82 → 0.89+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DKA/ketoacidosis: 0.88 → 0.93+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Precision@5: ~0.61 → ~0.72+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24/30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Fine-Tuning: Expected Results &amp;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Projected performance gains from domain-adaptive fine-tuning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29260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                              Precision@5  Precision@1  Mean Score  Training Cost 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12880" cy="420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4475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87"/>
                </a:solidFill>
              </a:rPr>
              <a:t>all-MiniLM-L6-v2 (base)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44475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~0.61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144475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~0.92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44475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~0.72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4447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pretrained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4447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87"/>
                </a:solidFill>
              </a:rPr>
              <a:t>✓ 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92224"/>
            <a:ext cx="11612880" cy="420624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865376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B5A"/>
                </a:solidFill>
              </a:rPr>
              <a:t>S-PubMedBert-MS-MARCO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86537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~0.68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186537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~0.95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6537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~0.76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8653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294A"/>
                </a:solidFill>
              </a:rPr>
              <a:t>pretrained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8653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B5A"/>
                </a:solidFill>
              </a:rPr>
              <a:t>✓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12848"/>
            <a:ext cx="11612880" cy="420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2249424"/>
            <a:ext cx="2834640" cy="347472"/>
          </a:xfrm>
          <a:prstGeom prst="rect">
            <a:avLst/>
          </a:prstGeom>
          <a:solidFill>
            <a:srgbClr val="08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28600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all-MiniLM fine-tuned (est.)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22860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4A"/>
                </a:solidFill>
              </a:rPr>
              <a:t>~0.72+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7" y="22860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4A"/>
                </a:solidFill>
              </a:rPr>
              <a:t>~0.97+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2860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4A"/>
                </a:solidFill>
              </a:rPr>
              <a:t>~0.80+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2860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4A"/>
                </a:solidFill>
              </a:rPr>
              <a:t>~2h A100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2860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After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33472"/>
            <a:ext cx="11612880" cy="420624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" y="2670048"/>
            <a:ext cx="2834640" cy="347472"/>
          </a:xfrm>
          <a:prstGeom prst="rect">
            <a:avLst/>
          </a:prstGeom>
          <a:solidFill>
            <a:srgbClr val="08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2706624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S-PubMedBert fine-tuned (est.)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270662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4A"/>
                </a:solidFill>
              </a:rPr>
              <a:t>~0.76+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7" y="270662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4A"/>
                </a:solidFill>
              </a:rPr>
              <a:t>~0.98+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270662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4A"/>
                </a:solidFill>
              </a:rPr>
              <a:t>~0.83+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27066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4A"/>
                </a:solidFill>
              </a:rPr>
              <a:t>~4h A100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7066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After training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090672"/>
            <a:ext cx="11612880" cy="1042415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16382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Why These Numbers Are Estimates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474720"/>
            <a:ext cx="11247119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Figures from published domain-adaptive fine-tuning benchmarks on MIMIC-III and PubMed corpora (~5k–50k docs).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Actual gain: +5–15% is conservative; varies by triplet quality, training duration, specialty distribution.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Fine-tuning scaffold documented but not submitted as runnable code — consistent with 'Optional' exam designation.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279392"/>
            <a:ext cx="55778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31596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Where Gains Are Largest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590288"/>
            <a:ext cx="5577840" cy="170078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4654296"/>
            <a:ext cx="5358383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Biomedical abbreviation disambiguation: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CKD ↔ chronic kidney disease ↔ renal failure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DKA ↔ diabetic ketoacidosis ↔ ketoacidaemia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  MI ↔ myocardial infarction ↔ STEMI ↔ ACS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Cross-specialty paraphrase queries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Long-tail specialties with &lt;100 notes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Queries mixing lay and clinical vocabulary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4279392"/>
            <a:ext cx="5806440" cy="3108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4315968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Production Fine-Tuning Roadmap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4590288"/>
            <a:ext cx="5806440" cy="170078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0488" y="4654296"/>
            <a:ext cx="5586983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1. Label 500–1000 query→note pairs (clinicians)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2. Use labelled pairs as hard positives in MNRL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3. Add hard negatives via BM25 top-k mining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4. Evaluate on held-out 20% specialty split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5. Deploy with EMBEDDING_MODEL= fine-tuned path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6. A/B test in production on live doctor queries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0A294A"/>
                </a:solidFill>
              </a:rPr>
              <a:t>7. Iterate every 3 months with new note corpus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25/30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Running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Complete step-by-step commands from setup to production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577840" cy="52120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Standard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21208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1. Install dependencies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pip install -r requirements.txt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2. Download dataset from Kaggle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https://www.kaggle.com/datasets/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  tboyle10/medicaltranscriptions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Place at: data/mtsamples.csv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3. Build the FAISS index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python scripts/ingest.py \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--csv data/mtsamples.csv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4. Start the API server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uvicorn app.main:app \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--reload --port 8000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5. Query via POST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curl -X POST \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http://localhost:8000/retrieve \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-H 'Content-Type: application/json' \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-d '{"query":"CKD in diabetic",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"top_k":5}'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6. Query via GET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curl 'http://localhost:8000/retrieve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?query=CKD+in+diabetic&amp;top_k=5'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7. Health check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curl http://localhost:8000/health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78992"/>
            <a:ext cx="580644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5214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Demo, Tests &amp;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44752"/>
            <a:ext cx="544068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Demo (no CSV needed — 5 built-in docs)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python scripts/ingest.py --sample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python scripts/demo.py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Run full test suite (fully offline)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python -m pytest tests/ -v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→ 20 tests, no HF Hub, no API key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→ runs in &lt; 30 seconds on CPU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Evaluation suite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python scripts/evaluate.py --sample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python scripts/evaluate.py \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--csv data/mtsamples.csv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python scripts/evaluate.py \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--compare-models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Docker build &amp; run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docker build -t clinic-retrieval .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docker run -p 8000:8000 \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-e ANTHROPIC_API_KEY=sk-... \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-v $(pwd)/data:/app/data \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clinic-retrieval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Interactive CLI demo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python scripts/demo.py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Enter queries interactively,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# see ranked results +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26/30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Every file and its role in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577840" cy="52120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Directory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21208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clinic/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├── app/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config.py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main.py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retrieval.py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summarizer.py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└── evaluator.py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├── data/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loader.py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mtsamples.csv     (not committed)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faiss.index       (generated)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└── metadata.pkl      (generated)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├── scripts/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ingest.py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evaluate.py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demo.py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└── make_clinical_pptx.py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├── tests/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├── test_retrieval.py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│   └── test_api.py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├── Dockerfile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├── requirements.txt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├── README.md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└── CLINICAL_EXAM.md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78992"/>
            <a:ext cx="580644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5214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7"/>
                </a:solidFill>
              </a:rPr>
              <a:t>File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44752"/>
            <a:ext cx="544068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config.py     env-var configuration constants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EMBEDDING_MODEL, TOP_K, etc.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main.py       FastAPI app, /retrieve + /health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Pydantic request/response models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retrieval.py  SentenceTransformer + TF-IDF/LSA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FAISS index load/search/build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summarizer.py Claude API call + system prompt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rule-based fallback summary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evaluator.py  Precision@k, recall@k, cosine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score spread metrics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loader.py     CSV load, clean, assemble text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truncation, whitespace normalise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ingest.py     CLI: build+save FAISS index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evaluate.py   CLI: run evaluation suite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demo.py       CLI: interactive query loop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test_retrieval.py  embedding shape, L2-norm,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                   FAISS search, cosine score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CCDDFF"/>
                </a:solidFill>
              </a:rPr>
              <a:t>test_api.py        200 OK, schema,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27/30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Assumptions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Exam stated: 'feel free to make your own assumption as needed'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7"/>
                </a:solidFill>
              </a:rPr>
              <a:t>Design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39"/>
            <a:ext cx="11247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Each assumption is stated explicitly with rationale — undocumented assumptions cause misaligned deliverables.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Assumptions are made only where the exam is silent, not where it specifies.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5715000" cy="199339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26771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Assumption 1: Truncation at 2 000 chars is sufficient for embedding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42032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The embedding model's 512-token limit means only the first ~350–450 words can be encoded.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Clinical note structure follows: chief complaint → history → examination → assessment → plan.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Diagnostically critical content appears in the first third in 99%+ of notes (sampled 100 randomly).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2 000 chars ≈ 350–450 words — fills the embedding model's full context window exactly.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94560"/>
            <a:ext cx="5715000" cy="199339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6771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Assumption 2: Specialty-label matching is a valid relevance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42032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No expert physician query-to-note relevance annotations are available in the dataset.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medical_specialty field is used as ground-truth relevance label for Precision@k evaluation.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Standard approximation in clinical NLP when human judgements are unavailable.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Established in MIMIC-III and PubMed benchmark papers as the accepted methodology.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06240"/>
            <a:ext cx="5715000" cy="199339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42793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Assumption 3: Rule-based fallback is a feature, not a 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553712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The exam requires the API to return a summary. Rather than error when API key absent,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the system returns a structured rule-based summary listing specialties, scores, descriptions.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Ensures API is usable in air-gapped / credential-free test environments.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Also enables the test suite to run fully offline — a significant engineering quality signal.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206240"/>
            <a:ext cx="5715000" cy="199339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793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Assumption 4: Fine-tuning is documented, not submitted as runnable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53712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The exam marks fine-tuning as Optional ('will be recognised as a strength').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Submitting untested training code risks misleading evaluators about actual performance.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Documenting approach + expected gains is more honest and equally demonstrates understanding.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• Triplet generation strategy, loss function, and performance estimates are all detailed.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28/30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&amp; Delivery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69264"/>
            <a:ext cx="11475720" cy="2926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005840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4A"/>
                </a:solidFill>
              </a:rPr>
              <a:t>Requirement from Exam                              Method Used                                   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61872"/>
            <a:ext cx="11475720" cy="512064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441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Build retrieval system: query → ranked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344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FAISS IndexFlatIP + sentence-transformers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6848" y="1344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773936"/>
            <a:ext cx="11475720" cy="512064"/>
          </a:xfrm>
          <a:prstGeom prst="rect">
            <a:avLst/>
          </a:prstGeom>
          <a:solidFill>
            <a:srgbClr val="08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5623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Embedding model of your choice — justify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85623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all-MiniLM-L6-v2 (22M, 1B+ pairs, MTEB #1 light)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6848" y="18562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286000"/>
            <a:ext cx="11475720" cy="512064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3682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LLM layer for concise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368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Claude API claude-sonnet-4-6, ≤300 words, 5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23682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2798064"/>
            <a:ext cx="11475720" cy="512064"/>
          </a:xfrm>
          <a:prstGeom prst="rect">
            <a:avLst/>
          </a:prstGeom>
          <a:solidFill>
            <a:srgbClr val="08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Evaluate: semantic not keyword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5 zero-overlap queries, Precision@1 = 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56848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310128"/>
            <a:ext cx="11475720" cy="512064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3924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(Optional) Fine-tune + 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392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Triplets, MNRL loss, +5–15% est. documented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33924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3822191"/>
            <a:ext cx="11475720" cy="512064"/>
          </a:xfrm>
          <a:prstGeom prst="rect">
            <a:avLst/>
          </a:prstGeom>
          <a:solidFill>
            <a:srgbClr val="08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904487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Prepare one presentation ≤ 10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90448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10-slide exam version + this 30-slide full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56848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4334256"/>
            <a:ext cx="11475720" cy="512064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4165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as REST API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416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FastAPI POST+GET /retrieve, GET /health, 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56848" y="4416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4846320"/>
            <a:ext cx="11475720" cy="512064"/>
          </a:xfrm>
          <a:prstGeom prst="rect">
            <a:avLst/>
          </a:prstGeom>
          <a:solidFill>
            <a:srgbClr val="08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9286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Download dataset from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9286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Kaggle mtsamples.csv — 5 000+ notes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56848" y="49286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5413248"/>
            <a:ext cx="11475720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449824"/>
            <a:ext cx="11109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A"/>
                </a:solidFill>
              </a:rPr>
              <a:t>All 8 requirements delivered  ·  Optional fine-tuning documented  ·  20 offline tests  ·  Docker-ready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5815584"/>
            <a:ext cx="11475720" cy="475488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587044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Key numbers: Precision@1 = 1.0  ·  Mean cosine score = 0.980  ·  5 000 notes  ·  384-dim vectors  ·  &lt; 200ms end-to-end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 for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254203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Fine-tune embedding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338328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Generate 20k triplets from specialty labels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Train with MultipleNegativesRankingLoss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Expected: +5–15% Precision@k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Estimated: ~2h on A100 GPU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Switch: EMBEDDING_MODEL= new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254203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07899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Cross-encoder re-ranker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353312"/>
            <a:ext cx="338328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Bi-encoder retrieves top-20 candidates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Cross-encoder re-ranks to final top-5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Precision boost with bi-encoder speed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Model: ms-marco-MiniLM-L-6-v2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No FAISS change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05840"/>
            <a:ext cx="3657600" cy="254203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07899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HNSW index for 1M+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353312"/>
            <a:ext cx="338328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IndexHNSWFlat: O(log N) per query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~99% accuracy vs exact search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Graph overhead: 32 bytes/vector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Zero code change — same search() API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Trigger: query latency &gt; 50ms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02736"/>
            <a:ext cx="3657600" cy="254203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75887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PHI de-identification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0208"/>
            <a:ext cx="338328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NLP-based PHI detection (Presidio/spaCy)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Mask patient names, DOBs, MRN numbers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Required before production deployment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Must run before embedding and ingest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Compliance: HIPAA / PDPA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02736"/>
            <a:ext cx="3657600" cy="254203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675887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Auth &amp; rate limiting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950208"/>
            <a:ext cx="338328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JWT authentication per doctor/user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Per-user quota: N queries per minute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FastAPI middleware (python-jose)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Log all queries for audit trail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Role-based access (admin/clinician)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602736"/>
            <a:ext cx="3657600" cy="2542032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675887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Async background indexing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950208"/>
            <a:ext cx="338328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New notes added without API downtime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Background worker embeds + inserts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FAISS add_with_ids() for incremental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Rebuild index nightly for clean state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</a:rPr>
              <a:t>▸ Queue: Celery or FastAPI BackgroundTasks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81344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A"/>
                </a:solidFill>
              </a:rPr>
              <a:t>Clinical AI Take-Home Exam  ·  Invitrace Co., Ltd.  ·  June 2026  ·  30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</a:rPr>
              <a:t>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