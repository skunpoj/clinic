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 i="0">
                <a:solidFill>
                  <a:srgbClr val="FFFFFF"/>
                </a:solidFill>
              </a:rPr>
              <a:t>Clinical Note Retrieval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688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 i="0">
                <a:solidFill>
                  <a:srgbClr val="AACCDD"/>
                </a:solidFill>
              </a:rPr>
              <a:t>Detailed Step-by-Step Implementation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200400"/>
            <a:ext cx="7315200" cy="3657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CDDEE"/>
                </a:solidFill>
              </a:rPr>
              <a:t>15 slides  ·  Environment → Ingest → Index → Query → Summarise → API → Evaluate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CDDEE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CDDEE"/>
                </a:solidFill>
              </a:rPr>
              <a:t>Dataset   :  mtsamples — 5,000+ medical transcriptions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CDDEE"/>
                </a:solidFill>
              </a:rPr>
              <a:t>Backend   :  sentence-transformers + FAISS + Claude API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CDDEE"/>
                </a:solidFill>
              </a:rPr>
              <a:t>API       :  FastAPI REST service  |  Docker-ready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55657A"/>
                </a:solidFill>
              </a:rPr>
              <a:t>Invitrace — AI Engineering Assessment  ·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Why keyword search fails in clinical settings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1874519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11247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1" i="0">
                <a:solidFill>
                  <a:srgbClr val="007A87"/>
                </a:solidFill>
              </a:rPr>
              <a:t>The Core Challenge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</a:rPr>
              <a:t>Doctors need to find relevant past cases from 5,000+ clinical notes — fast. A query like 'diabetic patient with kidney complications' must surface CKD+diabetes notes even when the exact words 'CKD' or 'kidney' never appear in the matching document.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200400"/>
            <a:ext cx="1161288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FFFFFF"/>
                </a:solidFill>
              </a:rPr>
              <a:t>Query says…           Document says…                       Keyword match?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547872"/>
            <a:ext cx="11612880" cy="42062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59359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renal insufficiency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59359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chronic kidney disease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359359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C0392B"/>
                </a:solidFill>
              </a:rPr>
              <a:t>✗  MISS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68496"/>
            <a:ext cx="11612880" cy="420624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1421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T2DM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01421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type 2 diabetes mellitus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401421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C0392B"/>
                </a:solidFill>
              </a:rPr>
              <a:t>✗  MISS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389120"/>
            <a:ext cx="11612880" cy="42062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43484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MI with ST elevation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43484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heart attack on ECG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443484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C0392B"/>
                </a:solidFill>
              </a:rPr>
              <a:t>✗  MISS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809744"/>
            <a:ext cx="11612880" cy="420624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5546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DKA hyperglycaemia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85546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blood glucose crisis 480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485546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C0392B"/>
                </a:solidFill>
              </a:rPr>
              <a:t>✗  MISS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349240"/>
            <a:ext cx="11612880" cy="841248"/>
          </a:xfrm>
          <a:prstGeom prst="rect">
            <a:avLst/>
          </a:prstGeom>
          <a:solidFill>
            <a:srgbClr val="0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4223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AACCFF"/>
                </a:solidFill>
              </a:rPr>
              <a:t>Solution: Dense embedding models encode meaning, not keywords. Same semantic space → 'renal insufficiency' ≈ 'chronic kidney disease'. FAISS cosine search then retrieves by meaning, not word overlap.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5-step pipeline — each step detailed in following slides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1" y="1188720"/>
            <a:ext cx="2103120" cy="47548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1" y="121615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300" b="1" i="0">
                <a:solidFill>
                  <a:srgbClr val="FFFFFF"/>
                </a:solidFill>
              </a:rPr>
              <a:t>Step 1  ·  SETUP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1" y="1664208"/>
            <a:ext cx="2103120" cy="299923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1" y="1783080"/>
            <a:ext cx="182879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CCDDFF"/>
                </a:solidFill>
              </a:rPr>
              <a:t>Install deps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CCDDFF"/>
                </a:solidFill>
              </a:rPr>
              <a:t>Configure env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CCDDFF"/>
                </a:solidFill>
              </a:rPr>
              <a:t>Set API keys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4307" y="256032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800" b="1" i="0">
                <a:solidFill>
                  <a:srgbClr val="007A87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83763" y="1188720"/>
            <a:ext cx="2103120" cy="47548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83763" y="121615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300" b="1" i="0">
                <a:solidFill>
                  <a:srgbClr val="FFFFFF"/>
                </a:solidFill>
              </a:rPr>
              <a:t>Step 2  ·  INGEST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83763" y="1664208"/>
            <a:ext cx="2103120" cy="299923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20923" y="1783080"/>
            <a:ext cx="182879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CCDDFF"/>
                </a:solidFill>
              </a:rPr>
              <a:t>Load CSV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CCDDFF"/>
                </a:solidFill>
              </a:rPr>
              <a:t>Clean text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CCDDFF"/>
                </a:solidFill>
              </a:rPr>
              <a:t>Chunk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3459" y="256032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800" b="1" i="0">
                <a:solidFill>
                  <a:srgbClr val="007A87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2916" y="1188720"/>
            <a:ext cx="2103120" cy="47548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2916" y="121615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300" b="1" i="0">
                <a:solidFill>
                  <a:srgbClr val="FFFFFF"/>
                </a:solidFill>
              </a:rPr>
              <a:t>Step 3  ·  INDEX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42916" y="1664208"/>
            <a:ext cx="2103120" cy="299923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0076" y="1783080"/>
            <a:ext cx="182879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CCDDFF"/>
                </a:solidFill>
              </a:rPr>
              <a:t>Embed notes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CCDDFF"/>
                </a:solidFill>
              </a:rPr>
              <a:t>L2-normalise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CCDDFF"/>
                </a:solidFill>
              </a:rPr>
              <a:t>FAISS 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2612" y="256032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800" b="1" i="0">
                <a:solidFill>
                  <a:srgbClr val="007A87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2067" y="1188720"/>
            <a:ext cx="2103120" cy="47548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2067" y="121615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300" b="1" i="0">
                <a:solidFill>
                  <a:srgbClr val="FFFFFF"/>
                </a:solidFill>
              </a:rPr>
              <a:t>Step 4  ·  RETRIEVE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2067" y="1664208"/>
            <a:ext cx="2103120" cy="299923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39227" y="1783080"/>
            <a:ext cx="182879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CCDDFF"/>
                </a:solidFill>
              </a:rPr>
              <a:t>Embed query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CCDDFF"/>
                </a:solidFill>
              </a:rPr>
              <a:t>Cosine search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CCDDFF"/>
                </a:solidFill>
              </a:rPr>
              <a:t>Top-k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41763" y="256032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800" b="1" i="0">
                <a:solidFill>
                  <a:srgbClr val="007A87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61220" y="1188720"/>
            <a:ext cx="2103120" cy="47548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1220" y="121615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300" b="1" i="0">
                <a:solidFill>
                  <a:srgbClr val="FFFFFF"/>
                </a:solidFill>
              </a:rPr>
              <a:t>Step 5  ·  SUMMARISE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61220" y="1664208"/>
            <a:ext cx="2103120" cy="299923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98380" y="1783080"/>
            <a:ext cx="182879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CCDDFF"/>
                </a:solidFill>
              </a:rPr>
              <a:t>Claude API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CCDDFF"/>
                </a:solidFill>
              </a:rPr>
              <a:t>Sys prompt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CCDDFF"/>
                </a:solidFill>
              </a:rPr>
              <a:t>JSON output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937760"/>
            <a:ext cx="11612880" cy="804672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010912"/>
            <a:ext cx="112471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FFFFFF"/>
                </a:solidFill>
              </a:rPr>
              <a:t>Fallback:  When HuggingFace Hub is unreachable, TF-IDF + LSA activates automatically — same FAISS index, same API surface, zero code changes needed.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897880"/>
            <a:ext cx="11612880" cy="658368"/>
          </a:xfrm>
          <a:prstGeom prst="rect">
            <a:avLst/>
          </a:prstGeom>
          <a:solidFill>
            <a:srgbClr val="1A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96188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88FFBB"/>
                </a:solidFill>
              </a:rPr>
              <a:t>Persistence:  FAISS index + metadata saved to disk after ingestion.  API cold-starts in &lt; 1 second — no re-embedding needed.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1 — Environment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Install dependencies and configure API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1051560"/>
            <a:ext cx="1691640" cy="47548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51008" y="106984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1  ·  SETUP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6949440" cy="274320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52728"/>
            <a:ext cx="6583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Install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45336"/>
            <a:ext cx="6583679" cy="2249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1. Clone the repository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git clone https://github.com/skunpoj/clinic.git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cd clinic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2. Install Python dependencies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pip install -r requirements.txt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3. (Optional) upgrade embedding model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pip install sentence-transformers faiss-cpu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069080"/>
            <a:ext cx="6949440" cy="246888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178808"/>
            <a:ext cx="6583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.env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71416"/>
            <a:ext cx="658367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4. Create .env in project root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ANTHROPIC_API_KEY=sk-ant-xxxxx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Optional: switch embedding model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EMBEDDING_MODEL=sentence-transformers/all-MiniLM-L6-v2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Optional: change FAISS top-k default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DEFAULT_TOP_K=5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143000"/>
            <a:ext cx="443484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1188720"/>
            <a:ext cx="42519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What Gets Installed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1490472"/>
            <a:ext cx="4434840" cy="166420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7807" y="1581912"/>
            <a:ext cx="4215383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python-dotenv  — loads .env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sentence-transformers — embeddings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faiss-cpu  — vector similarity index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fastapi + uvicorn  — REST API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anthropic  — Claude API client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scikit-learn  — TF-IDF fallback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pandas  — CSV ingestion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3337560"/>
            <a:ext cx="4434840" cy="1481328"/>
          </a:xfrm>
          <a:prstGeom prst="rect">
            <a:avLst/>
          </a:prstGeom>
          <a:solidFill>
            <a:srgbClr val="1A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3401568"/>
            <a:ext cx="41605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00875A"/>
                </a:solidFill>
              </a:rPr>
              <a:t>No API key needed for offline testing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FFFFFF"/>
                </a:solidFill>
              </a:rPr>
              <a:t>All 20 tests pass without ANTHROPIC_API_KEY set — LLM layer falls back to rule-based summary automatically.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983480"/>
            <a:ext cx="443484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19" y="5029200"/>
            <a:ext cx="42519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Verify Installation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5330952"/>
            <a:ext cx="4434840" cy="1207007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7" y="5422392"/>
            <a:ext cx="4215383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python -c "import faiss; print('OK')"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python -c "from sentence_transformers import SentenceTransformer"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python -m pytest tests/ -q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2 — Understand Your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mtsamples CSV — fields used by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1051560"/>
            <a:ext cx="1691640" cy="47548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51008" y="106984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2  · 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11612880" cy="34747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mtsamples.csv  —  Column structure (5,000+ rows)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11612880" cy="47548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361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medical_specialty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53619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The specialty category  (e.g. Nephrology, Cardiology)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53619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1">
                <a:solidFill>
                  <a:srgbClr val="55657A"/>
                </a:solidFill>
              </a:rPr>
              <a:t>Used as label for precision evaluation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65960"/>
            <a:ext cx="11612880" cy="475488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0116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sample_name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0116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Short descriptive title of the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01168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1">
                <a:solidFill>
                  <a:srgbClr val="55657A"/>
                </a:solidFill>
              </a:rPr>
              <a:t>Used in the description field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41448"/>
            <a:ext cx="11612880" cy="47548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871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transcription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48716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Full clinical note text  (up to 10,000+ chars)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48716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1">
                <a:solidFill>
                  <a:srgbClr val="55657A"/>
                </a:solidFill>
              </a:rPr>
              <a:t>First 2,000 chars are embedded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916936"/>
            <a:ext cx="11612880" cy="475488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96265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96265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One-line clinical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96265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1">
                <a:solidFill>
                  <a:srgbClr val="55657A"/>
                </a:solidFill>
              </a:rPr>
              <a:t>Included in embedding alongside specialty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392424"/>
            <a:ext cx="11612880" cy="47548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43814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keywords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4381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Comma-separated clinical keywords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43814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1">
                <a:solidFill>
                  <a:srgbClr val="55657A"/>
                </a:solidFill>
              </a:rPr>
              <a:t>Returned in API results for quick scan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904487"/>
            <a:ext cx="1161288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319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FFFFFF"/>
                </a:solidFill>
              </a:rPr>
              <a:t>Sample Row (truncated)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51960"/>
            <a:ext cx="11612880" cy="23774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361688"/>
            <a:ext cx="11247119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medical_specialty  :  "Nephrology"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sample_name        :  "Chronic Kidney Disease - Consult"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description        :  "Patient with stage 3 CKD secondary to type 2 diabetes mellitus"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keywords           :  "CKD, GFR, proteinuria, diabetes, hypertension"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transcription      :  "CHIEF COMPLAINT: Follow-up for chronic kidney disease. HISTORY: The patient is a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                  68-year-old male with stage 3 CKD, GFR 38, secondary to longstanding T2DM…"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3 — Run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Load, clean, and embed all clinical 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1051560"/>
            <a:ext cx="1691640" cy="47548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51008" y="106984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3  ·  INGEST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6949440" cy="196596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52728"/>
            <a:ext cx="6583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Run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45336"/>
            <a:ext cx="6583679" cy="1472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Run the ingestion pipeline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python scripts/ingest.py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Expected output: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Loading mtsamples dataset…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Loaded 5,000 clinical notes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Embedding 5,000 notes (batch_size=64)…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FAISS index built  —  5,000 vectors @ 384-dim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Saved: data/faiss.index  |  data/metadata.pkl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143000"/>
            <a:ext cx="443484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188720"/>
            <a:ext cx="42519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What ingest.py does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490472"/>
            <a:ext cx="4434840" cy="166420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7" y="1581912"/>
            <a:ext cx="4215383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1. Reads mtsamples CSV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2. Drops rows with empty transcription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3. Builds text: specialty + description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 + first 2,000 chars of transcription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4. Batches text through embedding model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5. L2-normalises all vectors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6. Builds FAISS IndexFlatIP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7. Saves index + metadata to disk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91840"/>
            <a:ext cx="11612880" cy="34747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1927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What gets saved to disk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39312"/>
            <a:ext cx="11612880" cy="47548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850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data/faiss.index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685032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Binary FAISS index — 5,000 L2-normalised 384-dim vectors (IndexFlatIP)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114800"/>
            <a:ext cx="11612880" cy="475488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605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data/metadata.pkl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160520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Python list of dicts: specialty, description, keywords, transcript excerpt, doc_id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590288"/>
            <a:ext cx="11612880" cy="47548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6360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data/model_name.txt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636008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Name of embedding model used — ensures API loads same model at startup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120640"/>
            <a:ext cx="11612880" cy="1444752"/>
          </a:xfrm>
          <a:prstGeom prst="rect">
            <a:avLst/>
          </a:prstGeom>
          <a:solidFill>
            <a:srgbClr val="2B4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193792"/>
            <a:ext cx="112471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00875A"/>
                </a:solidFill>
              </a:rPr>
              <a:t>Fallback behaviour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</a:rPr>
              <a:t>If sentence-transformers fails to load (network blocked, HF Hub down), ingest.py automatically falls back to TF-IDF + LSA (256-dim). The resulting FAISS index is identical in structure — the API serves it without any code change.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4 — Embedding Model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Three options — how to choose and switch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1051560"/>
            <a:ext cx="1691640" cy="47548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51008" y="106984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4  ·  EMBED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3749039" cy="38404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704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FFFFFF"/>
                </a:solidFill>
              </a:rPr>
              <a:t>PRIMARY (default)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27048"/>
            <a:ext cx="3749039" cy="36576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544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all-MiniLM-L6-v2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92807"/>
            <a:ext cx="3749039" cy="2286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965960"/>
            <a:ext cx="347472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0A294A"/>
                </a:solidFill>
              </a:rPr>
              <a:t>• 22M params, 384-dim vectors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0A294A"/>
                </a:solidFill>
              </a:rPr>
              <a:t>• Trained on 1B+ sentence pairs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0A294A"/>
                </a:solidFill>
              </a:rPr>
              <a:t>• Includes medical Q&amp;A + biomedical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0A294A"/>
                </a:solidFill>
              </a:rPr>
              <a:t>• Top MTEB scores at CPU speed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0A294A"/>
                </a:solidFill>
              </a:rPr>
              <a:t>• &lt; 100ms per query on CPU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143000"/>
            <a:ext cx="3749039" cy="384048"/>
          </a:xfrm>
          <a:prstGeom prst="rect">
            <a:avLst/>
          </a:prstGeom>
          <a:solidFill>
            <a:srgbClr val="00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399" y="11704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FFFFFF"/>
                </a:solidFill>
              </a:rPr>
              <a:t>CLINICAL UPGRADE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527048"/>
            <a:ext cx="3749039" cy="36576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399" y="15544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S-PubMedBert-MS-MARCO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1892807"/>
            <a:ext cx="3749039" cy="2286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965960"/>
            <a:ext cx="347472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0A294A"/>
                </a:solidFill>
              </a:rPr>
              <a:t>• Fine-tuned on PubMed abstracts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0A294A"/>
                </a:solidFill>
              </a:rPr>
              <a:t>• MS-MARCO passage ranking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0A294A"/>
                </a:solidFill>
              </a:rPr>
              <a:t>• Better abbreviation alignment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0A294A"/>
                </a:solidFill>
              </a:rPr>
              <a:t>• CKD ≈ renal failure in latent space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0A294A"/>
                </a:solidFill>
              </a:rPr>
              <a:t>• Set via EMBEDDING_MODEL env var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143000"/>
            <a:ext cx="3749039" cy="384048"/>
          </a:xfrm>
          <a:prstGeom prst="rect">
            <a:avLst/>
          </a:prstGeom>
          <a:solidFill>
            <a:srgbClr val="55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1704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FFFFFF"/>
                </a:solidFill>
              </a:rPr>
              <a:t>OFFLINE FALLBACK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527048"/>
            <a:ext cx="3749039" cy="36576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5544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TF-IDF + LSA (256d)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892807"/>
            <a:ext cx="3749039" cy="2286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1965960"/>
            <a:ext cx="347472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0A294A"/>
                </a:solidFill>
              </a:rPr>
              <a:t>• Zero external dependencies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0A294A"/>
                </a:solidFill>
              </a:rPr>
              <a:t>• LSA captures co-occurrence semantics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0A294A"/>
                </a:solidFill>
              </a:rPr>
              <a:t>• Beyond simple keyword matching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0A294A"/>
                </a:solidFill>
              </a:rPr>
              <a:t>• Deterministic, fully reproducible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0A294A"/>
                </a:solidFill>
              </a:rPr>
              <a:t>• Auto-activates when HF Hub blocked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389120"/>
            <a:ext cx="11612880" cy="148132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How to switch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91456"/>
            <a:ext cx="11247119" cy="987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Switch model via environment variable (no code change needed)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export EMBEDDING_MODEL="sentence-transformers/S-PubMedBert-MS-MARCO"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python scripts/ingest.py    # re-builds index with new model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uvicorn app.main:app --reload   # API picks up new model automatically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Or in .env file: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EMBEDDING_MODEL=sentence-transformers/S-PubMedBert-MS-MARCO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035040"/>
            <a:ext cx="11612880" cy="594360"/>
          </a:xfrm>
          <a:prstGeom prst="rect">
            <a:avLst/>
          </a:prstGeom>
          <a:solidFill>
            <a:srgbClr val="30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08076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FFCC88"/>
                </a:solidFill>
              </a:rPr>
              <a:t>Architecture is model-agnostic — upgrading is a one-line config change. Re-run ingest.py after changing the model to rebuild the FAISS index.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5 — FAISS Index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How vectors are stored and why FAISS IndexFlatIP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1051560"/>
            <a:ext cx="1691640" cy="47548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51008" y="106984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5  ·  INDEX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48640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What is FAISS IndexFlatIP?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5486400" cy="193852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581912"/>
            <a:ext cx="5266944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Flat = brute-force (exact search, no approximation)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IP = Inner Product similarity metric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After L2-normalisation: IP = Cosine similarity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5,000 notes × 384-dim = ~7.5 MB in RAM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Fast enough on CPU for this corpus size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Scale path: IndexIVFFlat for ~100K notes,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HNSW for sub-millisecond at 1M+ 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143000"/>
            <a:ext cx="585216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1188720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Why Not ChromaDB / Pinecone?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490472"/>
            <a:ext cx="5852160" cy="193852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1581912"/>
            <a:ext cx="5632704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FAISS: zero network dependency, fully local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IndexFlatIP: exact search, no error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Serialises to a single binary file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Simple DevOps: copy file to deploy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No managed-service cost during prototyping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Swap in ChromaDB/Pinecone in production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by changing one retrieval class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57600"/>
            <a:ext cx="11612880" cy="196596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6732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Code: build and save FAISS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59936"/>
            <a:ext cx="11247119" cy="1472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Ingest script internals (simplified)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import faiss, numpy as np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from sentence_transformers import SentenceTransformer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model  = SentenceTransformer('all-MiniLM-L6-v2')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vecs   = model.encode(texts, batch_size=64, show_progress_bar=True)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vecs   = vecs / np.linalg.norm(vecs, axis=1, keepdims=True)   # L2-normalise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index  = faiss.IndexFlatIP(vecs.shape[1])                      # 384-dim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index.add(vecs.astype('float32'))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faiss.write_index(index, 'data/faiss.index')                   # persist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779008"/>
            <a:ext cx="11612880" cy="804672"/>
          </a:xfrm>
          <a:prstGeom prst="rect">
            <a:avLst/>
          </a:prstGeom>
          <a:solidFill>
            <a:srgbClr val="1A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85216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88FFBB"/>
                </a:solidFill>
              </a:rPr>
              <a:t>After ingestion:  API server loads index + metadata in &lt; 1 s on restart — no re-embedding at startup. Index is rebuilt only when data or model changes.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6 — Start the API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Launch FastAPI and verify it's running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1051560"/>
            <a:ext cx="1691640" cy="47548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51008" y="106984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6  ·  API 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6949440" cy="3291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52728"/>
            <a:ext cx="6583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Launch commands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45336"/>
            <a:ext cx="6583679" cy="279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Option A — run directly with uvicorn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uvicorn app.main:app --host 0.0.0.0 --port 8000 --reload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Option B — run via Docker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docker build -t clinic-api 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docker run -p 8000:8000 --env-file .env clinic-api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Option C — run tests (no server needed)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python -m pytest tests/ -v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Health check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curl http://localhost:8000/health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Expected: {"status":"ok","doc_count":5000,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           "embedding_model":"all-MiniLM-L6-v2"}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143000"/>
            <a:ext cx="443484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188720"/>
            <a:ext cx="42519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Server startup sequence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490472"/>
            <a:ext cx="4434840" cy="294436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7" y="1581912"/>
            <a:ext cx="4215383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1.  Load .env (ANTHROPIC_API_KEY etc.)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2.  Detect embedding model name from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  data/model_name.txt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3.  Load SentenceTransformer model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  (or TF-IDF if HF Hub unreachable)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4.  Load FAISS index from data/faiss.index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5.  Load metadata from data/metadata.pkl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6.  Register GET /retrieve, POST /retrieve,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  GET /health routes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7.  Server ready — cold-start &lt; 1 second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  once index is loaded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636008"/>
            <a:ext cx="11612880" cy="190195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007A87"/>
                </a:solidFill>
              </a:rPr>
              <a:t>Startup log (expected)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CDDFF"/>
                </a:solidFill>
              </a:rPr>
              <a:t>INFO:     Loading embedding model: all-MiniLM-L6-v2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CDDFF"/>
                </a:solidFill>
              </a:rPr>
              <a:t>INFO:     FAISS index loaded: 5000 vectors @ 384-dim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CDDFF"/>
                </a:solidFill>
              </a:rPr>
              <a:t>INFO:     Uvicorn running on http://0.0.0.0:8000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7 — Submit a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POST /retrieve — request format and curl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1051560"/>
            <a:ext cx="1691640" cy="47548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51008" y="106984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7  ·  QUERY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669280" cy="315468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527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Making a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45336"/>
            <a:ext cx="5303520" cy="2660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POST request with curl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curl -X POST http://localhost:8000/retrieve \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-H "Content-Type: application/json" \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-d '{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"query": "diabetic patient with kidney complications",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"top_k": 5,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"include_summary": true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}'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GET request (same result via query params)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curl "http://localhost:8000/retrieve?query=diabetic+kidney&amp;top_k=5"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43000"/>
            <a:ext cx="5760720" cy="315468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52728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Response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545336"/>
            <a:ext cx="5394959" cy="2660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{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"query": "diabetic patient with kidney complications",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"total_retrieved": 5,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"embedding_model": "all-MiniLM-L6-v2",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"results": [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{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  "rank": 1,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  "score": 0.9847,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  "specialty": "Nephrology",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  "description": "CKD stage 3 with T2DM",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  "keywords": "CKD, GFR, proteinuria",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  "excerpt": "…chronic kidney disease stage 3…"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},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...4 more results...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],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"summary": "The top result highlights…"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480560"/>
            <a:ext cx="566928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52628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Request Parameters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828032"/>
            <a:ext cx="5669280" cy="170992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919472"/>
            <a:ext cx="5449824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query         Required. Natural language clinical query.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top_k         Optional. Number of results (default: 5).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include_summary  Optional bool (default: true).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             Set false to skip LLM call (faster).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480560"/>
            <a:ext cx="576072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52628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Response Fields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4828032"/>
            <a:ext cx="5760720" cy="170992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4919472"/>
            <a:ext cx="5541264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rank          1-indexed position in result set.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score         Cosine similarity 0–1 (higher = more relevant).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specialty     Medical specialty of the note.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excerpt       First 500 chars of transcription.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summary       LLM-generated clinical summary paragraph.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8 — Retrieval Pipeline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How cosine similarity and FAISS search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1051560"/>
            <a:ext cx="1691640" cy="47548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51008" y="106984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8  ·  RETRIEVE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48640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4-step query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5486400" cy="367588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581912"/>
            <a:ext cx="5266944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Step 1 — Embed the query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Same model as ingestion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Query text → 384-dim float32 vector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L2-normalise (same as index vectors)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Step 2 — FAISS search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index.search(query_vec, top_k)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Returns (scores, doc_ids) arrays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Exact inner product = cosine similarity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Step 3 — Rank &amp; enrich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Sort by score descending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Look up metadata for each doc_id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Attach specialty, description, excerpt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Step 4 — Return results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List of dicts, scores, embedding model name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Pass to LLM layer if include_summary=true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143000"/>
            <a:ext cx="5943600" cy="402336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25272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Code: retrieval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45336"/>
            <a:ext cx="5577840" cy="3529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Retrieval code (simplified)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def retrieve(query: str, top_k: int = 5):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q_vec = model.encode([query])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q_vec = q_vec / np.linalg.norm(q_vec, keepdims=True)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q_vec = q_vec.astype('float32')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scores, ids = index.search(q_vec, top_k)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results = []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for score, doc_id in zip(scores[0], ids[0]):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    doc = metadata[doc_id]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    results.append({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        'rank'      : len(results) + 1,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        'score'     : float(score),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        'specialty' : doc['specialty'],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        'excerpt'   : doc['text'][:500],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    })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return 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376672"/>
            <a:ext cx="11612880" cy="118872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449824"/>
            <a:ext cx="112471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007A87"/>
                </a:solidFill>
              </a:rPr>
              <a:t>Why L2-normalise?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</a:rPr>
              <a:t>After L2-normalisation, every vector has magnitude 1.  Inner product (IP) then equals cosine similarity.  This makes long clinical notes and short summaries comparable on the same 0–1 scale: score &gt; 0.8 → highly relevant; score &lt; 0.3 → likely off-topic.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9 — LLM Summarisation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Claude API system prompt and clinical output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1051560"/>
            <a:ext cx="1691640" cy="47548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51008" y="106984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9  ·  SUMMARISE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11612880" cy="2148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07008"/>
            <a:ext cx="1124712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007A87"/>
                </a:solidFill>
              </a:rPr>
              <a:t>System prompt sent to Claude claude-sonnet-4-6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"You are a senior clinical decision-support assistant reviewing retrieved patient notes."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1. Lead with the most clinically salient findings across all notes.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2. Highlight patterns, shared diagnoses, and relevant differentials.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3. Note red-flag findings explicitly (e.g. elevated creatinine, ST changes).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4. Keep summary under 300 words unless complexity demands more.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5. Do NOT fabricate findings not present in the provided notes.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493008"/>
            <a:ext cx="365760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538727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Input to Claude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840480"/>
            <a:ext cx="3657600" cy="270662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3931920"/>
            <a:ext cx="3438144" cy="2569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Query text from the doctor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For each of top-k results: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Rank &amp; cosine score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Medical specialty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Sample description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Clinical keywords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First 1,500 chars of transcription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3493008"/>
            <a:ext cx="393192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3538727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Model Config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840480"/>
            <a:ext cx="3931920" cy="270662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3931920"/>
            <a:ext cx="3712463" cy="2569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Model: claude-sonnet-4-6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Max tokens: 1,024 (configurable)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Temperature: default (balanced)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Fallback if no API key: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Rule-based template summary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Lists specialties + top scores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No hallucination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3493008"/>
            <a:ext cx="347472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9" y="3538727"/>
            <a:ext cx="32918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3840480"/>
            <a:ext cx="3474720" cy="270662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7" y="3931920"/>
            <a:ext cx="3255263" cy="2569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≤ 300-word clinical summary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Addressed to the doctor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Clinically precise vocabulary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Red flags explicitly highlighted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Returned as: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response.summary string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in the JSON body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10 — Run the Test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20 offline tests — no API key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1051560"/>
            <a:ext cx="1691640" cy="47548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51008" y="106984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10  ·  TESTS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6949440" cy="356616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52728"/>
            <a:ext cx="6583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Run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45336"/>
            <a:ext cx="6583679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Run all tests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python -m pytest tests/ -v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Run fast subset (offline only)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python -m pytest tests/ -m 'not slow' -v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Expected output: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tests/test_ingest.py::test_load_data                   PASSED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tests/test_ingest.py::test_embed_and_index             PASSED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tests/test_retrieve.py::test_top1_correct_specialty    PASSED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tests/test_retrieve.py::test_cosine_score_range        PASSED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tests/test_api.py::test_health_endpoint                PASSED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tests/test_api.py::test_retrieve_post                  PASSED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tests/test_api.py::test_retrieve_get                   PASSED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...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20 passed in 12.4s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143000"/>
            <a:ext cx="443484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188720"/>
            <a:ext cx="42519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What the tests 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490472"/>
            <a:ext cx="4434840" cy="321868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7" y="1581912"/>
            <a:ext cx="4215383" cy="308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Data loading &amp; cleaning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CSV read, null handling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Embedding &amp; indexing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Vector dimensions, L2 norm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Retrieval correctness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Rank-1 specialty match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Score range 0–1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Top-k count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API endpoints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POST /retrieve — JSON response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GET /retrieve — query params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GET /health — status fields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919472"/>
            <a:ext cx="11612880" cy="1627632"/>
          </a:xfrm>
          <a:prstGeom prst="rect">
            <a:avLst/>
          </a:prstGeom>
          <a:solidFill>
            <a:srgbClr val="1A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992624"/>
            <a:ext cx="1124712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00875A"/>
                </a:solidFill>
              </a:rPr>
              <a:t>Offline-first design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</a:rPr>
              <a:t>All 20 tests run without ANTHROPIC_API_KEY or internet access. LLM summarisation is stubbed with the rule-based fallback during tests. Run them in CI/CD pipelines freely — no secrets needed.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11 — Evaluation &amp; Semantic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Run evaluate.py and interpret the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1051560"/>
            <a:ext cx="1691640" cy="47548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51008" y="106984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11  ·  EVALUATE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669280" cy="19202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527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Run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45336"/>
            <a:ext cx="5303520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Run the evaluation harness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python scripts/evaluate.py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E8F0"/>
                </a:solidFill>
              </a:rPr>
              <a:t># Compare two models side-by-side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python scripts/evaluate.py --compare-models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43000"/>
            <a:ext cx="576072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18872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Metrics explained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90472"/>
            <a:ext cx="5760720" cy="157276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1581912"/>
            <a:ext cx="5541264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Precision@k   Fraction of top-k results whose specialty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            matches the expected domain for the query.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Recall@k      Fraction containing ≥1 key clinical term.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Mean cosine   Avg similarity of top-k. &gt;0.6 = confident.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Score spread  rank-1 score minus rank-k score.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73552"/>
            <a:ext cx="11612880" cy="34747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0098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Sample results from 7 test queries (demo 5-note corpus)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21024"/>
            <a:ext cx="11612880" cy="41148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7588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Diabetic patient w/ kidney complications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67588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Nephrology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67588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0.985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675887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032504"/>
            <a:ext cx="11612880" cy="411480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873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Acute chest pain, ST-elevation 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0873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Cardiology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0873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0.980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40873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443984"/>
            <a:ext cx="11612880" cy="41148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4988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COPD exacerbation, dyspnea, oxygen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498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Pulmonology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4988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0.987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44988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855464"/>
            <a:ext cx="11612880" cy="411480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9103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Knee arthroplasty, post-op rehab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9103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Orthopaedics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49103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1.000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49103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266944"/>
            <a:ext cx="11612880" cy="41148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32180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Insulin-dependent DKA, hyperglycaemia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532180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Endocrinology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532180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0.946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5321807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687568"/>
            <a:ext cx="11612880" cy="841248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7607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FFFFFF"/>
                </a:solidFill>
              </a:rPr>
              <a:t>Semantic proof: queries use vocabulary NOT present in any document. A keyword matcher returns zero results. The embedding system returns the correct specialty note. On the full 5,000-note corpus, Precision@5 improves further.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000" b="1" i="0">
                <a:solidFill>
                  <a:srgbClr val="FFFFFF"/>
                </a:solidFill>
              </a:rPr>
              <a:t>Summary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394960" cy="5212080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600" b="1" i="0">
                <a:solidFill>
                  <a:srgbClr val="007A87"/>
                </a:solidFill>
              </a:rPr>
              <a:t>What Was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11-step implementation guide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Dual-backend embedding engine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     SentenceTransformer + TF-IDF LSA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FAISS cosine-similarity vector index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Claude API clinical summarisation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FastAPI REST  (GET + POST /retrieve)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20 passing tests  (fully offline)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Docker-ready deployment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Evaluation harness (7 query types)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Semantic vs keyword proof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51560"/>
            <a:ext cx="5760720" cy="5212080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600" b="1" i="0">
                <a:solidFill>
                  <a:srgbClr val="007A87"/>
                </a:solidFill>
              </a:rPr>
              <a:t>Recommended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▶  Fine-tune on full corpus with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    specialty-label triplets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▶  Cross-encoder re-ranker for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    top-10 → top-5 precision boost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▶  Auth + rate limiting on API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▶  Async embedding for large updates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▶  PHI de-identification before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    any production use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▶  HNSW index for 1M+ note scale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▶  Monitoring + latency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100" b="0" i="0">
                <a:solidFill>
                  <a:srgbClr val="55657A"/>
                </a:solidFill>
              </a:rPr>
              <a:t>github.com/skunpoj/clinic  ·  June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