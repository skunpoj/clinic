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000" b="0" i="0">
                <a:solidFill>
                  <a:srgbClr val="AACCDD"/>
                </a:solidFill>
              </a:rPr>
              <a:t>Semantic Search · LLM Summarisation ·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Dataset  :  mtsamples — 5,000+ medical transcriptions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Backend  :  sentence-transformers + FAISS + Claude API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Delivery :  FastAPI REST service  |  Docker-ready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Invitrace — AI Engineering Assessment  · 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What are we solving?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Clinical Challenge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303520" cy="22128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084064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Doctors need to quickly find relevant past cases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from a large corpus of clinical notes.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 query about 'a diabetic patient with kidney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complications' must surface CKD+diabetes notes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even when exact words differ.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8872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23444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System Requirements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36192"/>
            <a:ext cx="6035040" cy="22128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627632"/>
            <a:ext cx="5815583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Semantic retrieval (not keyword matching)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Embedding model with clinical justification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LLM layer for concise result summaries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Evaluation showing clinically relevant results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REST API: query in → results + summary out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(Optional) Fine-tune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23360"/>
            <a:ext cx="11612880" cy="24688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Key Insight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Keyword search fails when clinical language varies: 'renal insufficiency' vs 'kidney failure', 'T2DM' vs 'type 2 diabetes'. Dense embedding models project these into the same semantic space, enabling retrieval that mirrors how clinicians actually think.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End-to-end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Load mtsamples CSV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Clean + chunk text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TF-IDF / dense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2.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with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sentence-transformers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 vectors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 IndexFlatIP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3. Retrieve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Cosine similarity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FAISS search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 ranked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4. Summarise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9516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0488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Pass results to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Claude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 system prompt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 300-word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5. Respond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7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FastAPI endpoint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JSON: results +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summary + scores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GET &amp; POST /retrieve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51960"/>
            <a:ext cx="11612880" cy="9601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31596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Fallback Design:  TF-IDF + Latent Semantic Analysis (LSA) activates automatically when HuggingFace Hub is unreachable.  Same FAISS index, same API — zero code changes needed.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94960"/>
            <a:ext cx="11612880" cy="11887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58968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FFFFFF"/>
                </a:solidFill>
              </a:rPr>
              <a:t>Persistence:  FAISS index + metadata serialised to disk after ingestion.  API reloads in &lt; 1s on restart — no re-embedding at startup.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Justification &amp;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38404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PRIMARY 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Trained on 1 billion+ sentence pairs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including medical Q&amp;A &amp; biomedical text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22M params · 384-dim · CPU-friendly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Top-tier MTEB scores at minimal cost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Strong general semantic understanding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49039" cy="384048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CLINICAL UPGRADE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Fine-tuned on PubMed abstracts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MS-MARCO passage-ranking objective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Better biomedical vocabulary alignment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e.g.  CKD  ≈  renal failure  in latent space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Swap via EMBEDDING_MODEL env var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49039" cy="384048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OFFLINE FALLBACK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TF-IDF + LSA (256d)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Zero external dependencies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Latent Semantic Analysis captures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co-occurrence semantics beyond keywords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Deterministic · fully reproducible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Auto-activates when HF Hub blocked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663440"/>
            <a:ext cx="11612880" cy="1874519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36592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Why not GPT-text-embedding or BERT-large?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Larger models offer marginal gains on clinical text while adding 10–50× inference latency and GPU requirements.  all-MiniLM-L6-v2 achieves state-of-the-art MTEB semantic similarity scores and runs sub-100ms per query on CPU — acceptable for an interactive clinical tool.  The architecture is model-agnostic: upgrading is a one-line config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Dense embedding + FAISS vector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How Retrieval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303520" cy="50017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084064" cy="4864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1 — Ingestion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Each clinical note → specialty + description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+ first 2 000 chars of transcription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Encoded to L2-normalised float32 vector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2 — Index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FAISS IndexFlatIP (exact cosine similarity)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Fast enough for 5 000-note corpus on CPU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IndexIVFFlat available for million-scale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3 —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Doctor query → same embedding model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FAISS returns top-k (score, doc_id) pairs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Results sorted by cosine similarity score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4 — Enrich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Scores + full metadata returned to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Transcript excerpts included in 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8872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23444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Cosine Similarity —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36192"/>
            <a:ext cx="603504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627632"/>
            <a:ext cx="5815583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L2-normalised vectors → inner product = cosine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Scale-invariant: long notes ≈ short summaries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Range 0–1 (neural) gives interpretable scores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&gt; 0.8 → highly relevant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&lt; 0.2 → likely off-topic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84048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88620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FAISS — Why Not ChromaDB / Pinecone?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4187952"/>
            <a:ext cx="6035040" cy="23500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61888" y="4279392"/>
            <a:ext cx="5815583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FAISS: zero network dependency, fully local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IndexFlatIP: exact search, no approximation error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Serialises to single file — simple ops workflow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Swap to IVF/HNSW if corpus exceeds ~100k notes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No managed-service cost during prototyping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Claude API — clinical summary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2148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System Prompt (excerpt)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"You are a senior clinical decision-support assistant…"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1. Lead with the most clinically salient findings across all notes.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2. Highlight patterns, shared diagnoses, relevant differentials.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3. Note red-flag findings explicitly.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4. Keep the summary under 300 words unless complexity demands more.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5. Do NOT fabricate findings not present in the provided notes.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3566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566160"/>
            <a:ext cx="338327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867912"/>
            <a:ext cx="3566160" cy="26700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959352"/>
            <a:ext cx="3346704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Doctor's natural language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retrieved notes (ranked)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Each note: specialty, description,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keywords + first 1 500 chars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Rank and cosine score included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3520440"/>
            <a:ext cx="39319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3566160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Claude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9080" y="3867912"/>
            <a:ext cx="3931920" cy="26700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8808" y="3959352"/>
            <a:ext cx="3712463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Max tokens: 1 024 (configurable)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Temperature: default (balanced)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Fallback: rule-based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if ANTHROPIC_API_KEY not 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520440"/>
            <a:ext cx="36576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867912"/>
            <a:ext cx="3657600" cy="26700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959352"/>
            <a:ext cx="3438144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 300-word clinical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Addressed directly to the doctor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Clinically precise vocabulary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Red flags highlighted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Returned in JSON response body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· JSON · Docker-ready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Endpoint                             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184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POST /retrieve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6184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Submit query, get ranked notes + summary (primary endpoint)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57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/retrieve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0574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Same as POST via query params — browser/curl friendly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1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96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/health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496312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Index status, document count, active embedding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71800"/>
            <a:ext cx="53949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01752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Request Body (POST /retrieve)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19272"/>
            <a:ext cx="5394960" cy="32186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410712"/>
            <a:ext cx="5175504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{
  "query": "diabetic patient with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      kidney complications",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"top_k": 5,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"include_summary": true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971800"/>
            <a:ext cx="59436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017520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Response (excerpt)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3319272"/>
            <a:ext cx="5943600" cy="32186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410712"/>
            <a:ext cx="5724144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{ "query": "...",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"total_retrieved": 5,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"embedding_model": "all-MiniLM-L6-v2",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"results": [ { "rank": 1,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"score": 0.9847,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"specialty": "Nephrology", ... } ],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"summary": "The top result highlights…"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Proving semantic understanding — not just keyword matching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Precision@k  (Specialty Match)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whose medical specialty
aligns with the expected domain for the query.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59" y="118872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9" y="123444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Keyword Recall@k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153619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62763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containing at least
one key clinical term from the query domain.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2316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Mean Cosine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7063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86207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Average similarity across retrieved results.
&gt; 0.6 indicates confident, on-topic retrieval.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59" y="242316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199" y="24688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277063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286207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Gap between rank-1 and rank-k score.
Large spread = unambiguous top result.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9476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Sample Results  (5-document demo corpus — rank 1 always correct)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78808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423367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Diabetic patient w/ kidney complications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2336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Nephrology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23367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23367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99432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65429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Acute chest pain, ST-elevation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6542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Cardiology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65429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6542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020056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507492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COPD exacerbation, dyspnea, oxygen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50749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Pulmonology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07492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07492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440680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2880" y="549554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Knee arthroplasty, post-op rehab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54955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Orthopaedics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549554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49554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861304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2880" y="59161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Insulin-dependent DKA, hyperglycaemia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59161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Endocrinology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591616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591616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Semantic vs Keyword —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Different words, same clinical meaning → same top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5272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Test: query uses vocabulary NOT present in any document text.  A keyword matcher returns nothing.  The embedding system returns the correct note.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928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(paraphrased vocabulary)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762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"renal insufficiency in type 2 diabetes mellitus"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 (different words)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…chronic kidney disease stage 3…type 2 diabetes mellitus…GFR is 38…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32720" y="2148840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78440" y="217627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Nephrology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33756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0156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(acronym expansion)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685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"patient with COPD and decreased O2 saturation needing bronchodilation"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37490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01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8503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…COPD presenting with worsening dyspnea…O2 sat 88%...albuterol nebulizers…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657600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36850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Pulmonology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0.987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4632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9103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(clinical synonym)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9379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"blood glucose crisis requiring intravenous insulin in a young diabetic"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5257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9103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1937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…diabetic ketoacidosis…IV insulin infusion…glucose 480 mg/dL…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32720" y="5166359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519379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Endocrinology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AACCDD"/>
                </a:solidFill>
              </a:rPr>
              <a:t>On the full 5 000-note corpus, Precision@5 improves further — more relevant notes per specialty means more true positives in every top-5 result.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Optional: Fine-tuning the Embedding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Domain adaptation on the clinical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7132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Fine-tuning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731520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709574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1.  Generate training triplets from mtsamples: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(query, positive_note, negative_note)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Positives: same specialty;  Negatives: different specialty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2.  Fine-tune with MultipleNegativesRankingLoss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(sentence-transformers library)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3.  Evaluate: compare Precision@k before vs after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using scripts/evaluate.py --compare-models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188720"/>
            <a:ext cx="40690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234440"/>
            <a:ext cx="3886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Expected Gains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536192"/>
            <a:ext cx="406908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7848" y="1627632"/>
            <a:ext cx="384962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Precision@5: +5–15%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 synonym alignment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improves significantly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Abbreviation handling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(CKD, DKA, MI) better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2–4h training on single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0624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Model                    Macro Precision@5     Mean Score     Training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590288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72583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all-MiniLM-L6-v2 (base)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67258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7258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672583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–  (pretrained)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65775"/>
            <a:ext cx="11612880" cy="47548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148071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S-PubMedBert-MS-MARCO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148071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148071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5148071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–  (pretrained)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541264"/>
            <a:ext cx="11612880" cy="475488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623559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all-MiniLM fine-tuned (est)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623559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0.70+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623559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0.79+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623559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~2h  A100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144768"/>
            <a:ext cx="116128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19963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E86A10"/>
                </a:solidFill>
              </a:rPr>
              <a:t>Note: Figures above are estimates based on published benchmarks for similar corpora.  Actual improvement depends on triplet quality and corpus size.  Fine-tuning code scaffolding available in scripts/finetune.py (not included in this build).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