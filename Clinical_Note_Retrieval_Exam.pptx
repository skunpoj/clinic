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500" b="0" i="0">
                <a:solidFill>
                  <a:srgbClr val="AACCDD"/>
                </a:solidFill>
              </a:rPr>
              <a:t>Take-Home Technical Assessment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886200"/>
            <a:ext cx="45720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Clinical AI Engineering  ·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Why semantic retrieval matters in clinical 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3949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The Clinical 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577840" cy="50017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358383" cy="4864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Doctors spend ~30% of time searching past cases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Keyword search fails with clinical synonym variation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"CKD" ≠ "renal failure" to a search engine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Large corpus (5 000+ notes) makes manual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review impossible within a consultation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Critical information buried in unstructured text: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transcriptions, discharge notes, consult letters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344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Our Goal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36192"/>
            <a:ext cx="5760720" cy="50017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627632"/>
            <a:ext cx="5541264" cy="4864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Semantic retrieval: meaning over keywords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Surface relevant notes even with different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vocabulary or abbreviation style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LLM summary so doctors get an answer,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not just a ranked list of documents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REST API exposing the system as a service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so any EHR or front-end can consume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mtsamples.csv — real medical transcriptions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mtsamples.csv from Kaggle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5 000+ real medical transcriptions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medical_specialty, description,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transcription, keywords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Specialties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40+ including Cardiology,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Nephrology, Neurology, Surgery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143000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188720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490472"/>
            <a:ext cx="2743200" cy="11612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581912"/>
            <a:ext cx="252374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Strip whitespace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Drop empty transcriptions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11612880" cy="7315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443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Embedding Input Format:</a:t>
            </a:r>
          </a:p>
          <a:p>
            <a:pPr algn="l"/>
            <a:r>
              <a:rPr sz="1100" b="0" i="0">
                <a:solidFill>
                  <a:srgbClr val="CCDDFF"/>
                </a:solidFill>
              </a:rPr>
              <a:t>"Specialty: &lt;medical_specialty&gt;  |  Description: &lt;description&gt;  |  &lt;first 2 000 chars of transcription&gt;"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79476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Specialty                         Description (excerpt)                                         Keywords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78808"/>
            <a:ext cx="11612880" cy="6400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5196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5196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Patient with CKD stage 3 and type 2 diabetes presenting for follow-up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25196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kidney disease, creatinine, GFR, diabetes mellitus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818888"/>
            <a:ext cx="11612880" cy="64008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89204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62yo male with STEMI, anterior wall, taken to cath lab emergently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89204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myocardial infarction, troponin, PCI, stent, EKG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458968"/>
            <a:ext cx="11612880" cy="6400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53212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532120"/>
            <a:ext cx="55778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New-onset seizure, MRI brain ordered, EEG pending, AED started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53212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epilepsy, levetiracetam, MRI, electroencephalogram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5-stage pipeline: Ingest → Embed → Index → Retrieve → Summarise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text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9744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9744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IndexFlatIP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8896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Retrieve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182880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45168" y="114300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6608" y="118872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Summarise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5168" y="1490472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54896" y="1581912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03320"/>
            <a:ext cx="5669280" cy="28346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Components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87952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FastAPI          — REST service framework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FAISS            — vector similarity index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sentence-transformers  — embedding model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Claude API       — LLM summarisation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python-pptx      — presentation generation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scikit-learn     — TF-IDF / LSA fallback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03320"/>
            <a:ext cx="5669280" cy="283464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67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Data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187952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query string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embedding (384-dim float32 vector)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cosine similarity search (FAISS)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top-k ranked documents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LLM clinical summary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→  JSON response to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Comparison &amp;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4114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           Dim    Strengths                                                   Use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11612880" cy="5943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609344"/>
            <a:ext cx="283464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64207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664207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64592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Fast, 1B+ training pairs, medical Q&amp;A, top MTEB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16642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48840"/>
            <a:ext cx="11612880" cy="5943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2608" y="2203704"/>
            <a:ext cx="2834640" cy="457200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2585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2585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24028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PubMed fine-tuned, clinical vocab, synonym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2585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11612880" cy="5943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" y="2798064"/>
            <a:ext cx="2834640" cy="457200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8529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TF-IDF + LSA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85292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3464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Offline, zero dependency, LSA captures co-occurrence semantics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8529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554488"/>
                </a:solidFill>
              </a:rPr>
              <a:t>Fallback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429000"/>
            <a:ext cx="11612880" cy="11887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02152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Justification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all-MiniLM chosen for speed + quality balance on CPU. Achieves sub-100ms query latency on a standard laptop while delivering state-of-the-art MTEB semantic similarity scores. One env-var swap (EMBEDDING_MODEL) upgrades to the clinical PubMed model with zero code changes.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5488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80060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PRIMARY: all-MiniLM-L6-v2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02352"/>
            <a:ext cx="374903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5193792"/>
            <a:ext cx="3529583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22M params — runs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384-dim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Trained: 1B+ sentence pairs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Includes biomedical Q&amp;A data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MTEB rank: top-5 lightweight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475488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399" y="480060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CLINICAL UPGRADE: S-PubMedBert-MS-MARCO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59" y="5102352"/>
            <a:ext cx="374903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61688" y="5193792"/>
            <a:ext cx="3529583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PubMed abstract fine-tuning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768-dim — richer representation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MS-MARCO ranking objective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Best for clinical synonyms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via env var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475488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80060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FALLBACK: TF-IDF + LSA (256d)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5102352"/>
            <a:ext cx="374903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9327" y="5193792"/>
            <a:ext cx="3529583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Zero external dependencies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SVD-based topic semantics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Deterministic &amp; reproducible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Auto-activates offline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Good baseline comparison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FAISS IndexFlatIP — exact cosine similarity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486400" cy="53949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Query Processing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007A87"/>
                </a:solidFill>
              </a:rPr>
              <a:t>▶  Doctor submits query string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Encode with same embedding model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384-dim L2-normalised float32 vector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FAISS IndexFlatIP.search(query_vec, k)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returns (scores[], indices[]) top-k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■  Lookup metadata for each index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FF"/>
                </a:solidFill>
              </a:rPr>
              <a:t>   → specialty, description, transcript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007A87"/>
                </a:solidFill>
              </a:rPr>
              <a:t>▶  Ranked results returned to LLM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143000"/>
            <a:ext cx="5852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118872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Why FAISS IndexFlatIP?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490472"/>
            <a:ext cx="5852160" cy="21671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1581912"/>
            <a:ext cx="5632704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Exact search: no approximation error for 5k corpus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IndexIVFFlat available for 100k+ scale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Serialised to disk → sub-1s API startup on reload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Single-file ops — no managed service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3840480"/>
            <a:ext cx="5852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388620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Similarity Interpretation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187952"/>
            <a:ext cx="5852160" cy="23500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279392"/>
            <a:ext cx="5632704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range 0.0 – 1.0 (after L2 normalisation)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&gt; 0.85 → highly clinically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0.60–0.85 → probable match, review needed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0.40 → likely off-topic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notes ≈ short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2286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assistant..."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1. Lead with clinically salient findings across all retrieved notes.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2. Highlight patterns, shared diagnoses, and relevant differentials.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3. Note red-flag findings explicitly.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4. Keep the summary under 300 words unless complexity demands more.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5. Never fabricate findings not present in the provided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61188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65760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59352"/>
            <a:ext cx="3566160" cy="25786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4050791"/>
            <a:ext cx="3346704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Each note includes: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rank, cosine score, specialty,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description, first 1 500 chars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611880"/>
            <a:ext cx="39319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365760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Model &amp; Config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3959352"/>
            <a:ext cx="3931920" cy="25786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4050791"/>
            <a:ext cx="3712463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 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structured rule-based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summary if no API key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61188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65760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959352"/>
            <a:ext cx="3566160" cy="25786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7" y="4050791"/>
            <a:ext cx="3346704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as JSON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JSON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Endpoint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27048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POST  /retrieve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72768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Submit query body, returns ranked notes + LLM summary (primary endpoint)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02536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4825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 /retrieve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48256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Same via query params — browser / curl friendly, no body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78024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237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 /health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523744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Index status, document count, active embedding model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5577840" cy="2926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Request JSON (POST /retrieve)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"query": "renal insufficiency in T2DM",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063240"/>
            <a:ext cx="5760720" cy="2926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136392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Response JSON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{ "query": "...",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"embedding_model": "all-MiniLM-L6-v2",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"results": [{ "rank": 1,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  "score": 0.985, "specialty": "Nephrology"}],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  "summary": "The top result highlights…" 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6126480"/>
            <a:ext cx="1161288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1904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300" b="1" i="0">
                <a:solidFill>
                  <a:srgbClr val="FFFFFF"/>
                </a:solidFill>
              </a:rPr>
              <a:t>Docker-ready  ·  CORS enabled  ·  Pydantic validation  ·  422 on bad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aligns with the expected clinical domain.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All 5 test queries: Precision@1 = 1.0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least one key clinical term from query.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Robust even with synonym variation.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4300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188720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90472"/>
            <a:ext cx="3749039" cy="1344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581912"/>
            <a:ext cx="3529583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Large spread = unambiguous top result.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Mean rank-1 score across queries: 0.979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Test Query                                          Rank-1 Specialty       Score   Correct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401568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456432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Diabetic patient with kidney complications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4564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345643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03904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858768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Acute chest pain, ST-elevation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87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858768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85876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06240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exacerbation, dyspnea, low oxygen sat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6110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261104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26110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608576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663440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Knee arthroplasty post-op rehabilitation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663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663440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466344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10912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065776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Insulin-dependent DKA, hyperglycaemia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06577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50657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506577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440680"/>
            <a:ext cx="11612880" cy="1143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504688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Semantic Proof — Vocabulary Mismatch Handled Correctly: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Query: "renal insufficiency in T2DM"  →  Rank 1: Nephrology / CKD  score=0.985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No word overlap between query and document — meaning preserved across vocabulary boundary.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Summary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94960" cy="534924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Semantic retrieval (not keyword matching)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Dual embedding backends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(SentenceTransformer + TF-IDF/LSA)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Claude API summarisation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FastAPI REST service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20 passing tests (all offline)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✓  Docker-ready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05840"/>
            <a:ext cx="5577840" cy="534924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Fine-tune on corpus triplets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(+5–15% precision expected)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Cross-encoder re-ranker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     (top-10 → top-5 precision boost)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PHI de-identification before production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HNSW index for 1M+ scale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▶  Auth + rate limiting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0" i="0">
                <a:solidFill>
                  <a:srgbClr val="55657A"/>
                </a:solidFill>
              </a:rPr>
              <a:t>Clinical AI Take-Home Exam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