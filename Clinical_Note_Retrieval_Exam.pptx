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 i="0">
                <a:solidFill>
                  <a:srgbClr val="FFFFFF"/>
                </a:solidFill>
              </a:rPr>
              <a:t>Clinical Note Retrieval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 i="0">
                <a:solidFill>
                  <a:srgbClr val="007A87"/>
                </a:solidFill>
              </a:rPr>
              <a:t>AI-Powered Semantic Search for Clinical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500" b="0" i="0">
                <a:solidFill>
                  <a:srgbClr val="AACCDD"/>
                </a:solidFill>
              </a:rPr>
              <a:t>Take-Home Technical Assessment  ·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886200"/>
            <a:ext cx="4572000" cy="3657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55657A"/>
                </a:solidFill>
              </a:rPr>
              <a:t>Clinical AI Engineering  ·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Problem 1 — Clinical Note Retrieval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3949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577840" cy="28529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27632"/>
            <a:ext cx="5358383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The platform needs to help doctors quickly find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relevant past cases from a large corpus of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clinical notes.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 doctor types a natural language query describing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 patient situation, and the system should surface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the most relevant clinical notes from the database.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The system must understand clinical meaning, not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just match keywords — a query about 'a diabetic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patient with kidney complications' should retrieve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notes about CKD with diabetes even if the exact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words differ.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7607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Instructions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36192"/>
            <a:ext cx="5760720" cy="28529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627632"/>
            <a:ext cx="5541264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Build a retrieval system: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natural language query → ranked clinical notes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Use an embedding model — justify your selection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Add an LLM layer for a concise summary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Evaluate: clinically relevant, not keyword matches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(Optional) Fine-tune the embedding model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Prepare a presentation — max 10 pages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Expose as a REST API service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Prepare to present — 30-minute 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11612880" cy="16916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90872"/>
            <a:ext cx="11247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007A87"/>
                </a:solidFill>
              </a:rPr>
              <a:t>Target Audience  ·  Additional Guidance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CDDFF"/>
                </a:solidFill>
              </a:rPr>
              <a:t>AI Engineering Manager  ·  Product Manager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Anything outside this instruction, please feel free to make your own assumption as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mtsamples.csv — real medical transcriptions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90472"/>
            <a:ext cx="2743200" cy="11612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252374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mtsamples.csv from Kaggle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5 000+ real medical transcriptions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43000"/>
            <a:ext cx="27432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Columns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490472"/>
            <a:ext cx="2743200" cy="11612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581912"/>
            <a:ext cx="252374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medical_specialty, description,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transcription, keywords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7432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1887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Specialties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90472"/>
            <a:ext cx="2743200" cy="11612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581912"/>
            <a:ext cx="252374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40+ including Cardiology,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Nephrology, Neurology, Surgery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143000"/>
            <a:ext cx="27432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1887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490472"/>
            <a:ext cx="2743200" cy="11612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581912"/>
            <a:ext cx="252374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Strip whitespace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Drop empty transcriptions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0360"/>
            <a:ext cx="11612880" cy="73152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443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Embedding Input Format:</a:t>
            </a:r>
          </a:p>
          <a:p>
            <a:pPr algn="l"/>
            <a:r>
              <a:rPr sz="1100" b="0" i="0">
                <a:solidFill>
                  <a:srgbClr val="CCDDFF"/>
                </a:solidFill>
              </a:rPr>
              <a:t>"Specialty: &lt;medical_specialty&gt;  |  Description: &lt;description&gt;  |  &lt;first 2 000 chars of transcription&gt;"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11612880" cy="38404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Specialty                         Description (excerpt)                                         Keywords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78808"/>
            <a:ext cx="11612880" cy="64008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5196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7A87"/>
                </a:solidFill>
              </a:rPr>
              <a:t>Nephrology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251960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Patient with CKD stage 3 and type 2 diabetes presenting for follow-up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5196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kidney disease, creatinine, GFR, diabetes mellitus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18888"/>
            <a:ext cx="11612880" cy="640080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89204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7A87"/>
                </a:solidFill>
              </a:rPr>
              <a:t>Cardiology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92040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62yo male with STEMI, anterior wall, taken to cath lab emergently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89204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myocardial infarction, troponin, PCI, stent, EKG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58968"/>
            <a:ext cx="11612880" cy="64008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53212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7A87"/>
                </a:solidFill>
              </a:rPr>
              <a:t>Neurology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532120"/>
            <a:ext cx="5577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New-onset seizure, MRI brain ordered, EEG pending, AED started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53212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epilepsy, levetiracetam, MRI, electroencephalogram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5-stage pipeline: Ingest → Embed → Index → Retrieve → Summarise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1. Ingest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90472"/>
            <a:ext cx="2011680" cy="19842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179222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Load CSV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Clean text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Build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82880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2032" y="114300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1887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2. Embed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490472"/>
            <a:ext cx="2011680" cy="19842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581912"/>
            <a:ext cx="179222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sentence-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transformers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L2-normalise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9744" y="114300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11887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3. Index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9744" y="1490472"/>
            <a:ext cx="2011680" cy="19842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1581912"/>
            <a:ext cx="179222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FAISS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IndexFlatIP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Serialise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182880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77456" y="114300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8896" y="11887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4. Retrieve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7456" y="1490472"/>
            <a:ext cx="2011680" cy="19842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1581912"/>
            <a:ext cx="179222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Embed 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Cosine search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Top-k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182880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45168" y="114300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6608" y="11887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5. Summarise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5168" y="1490472"/>
            <a:ext cx="2011680" cy="19842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6" y="1581912"/>
            <a:ext cx="179222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Claude API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System prompt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JSON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03320"/>
            <a:ext cx="5669280" cy="26060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67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007A87"/>
                </a:solidFill>
              </a:rPr>
              <a:t>Components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87952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FastAPI          — REST service framework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FAISS            — vector similarity index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sentence-transformers  — embedding model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Claude API       — LLM summarisation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python-pptx      — presentation generation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scikit-learn     — TF-IDF / LSA fallback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703320"/>
            <a:ext cx="5669280" cy="260604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67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007A87"/>
                </a:solidFill>
              </a:rPr>
              <a:t>Data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87952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query string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→  embedding (384-dim float32 vector)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→  cosine similarity search (FAISS)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→  top-k ranked documents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→  LLM clinical summary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→  JSON response to 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Embedding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Comparison &amp; justification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4114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Model                               Dim    Strengths                                                   Use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1612880" cy="59436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28346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642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FFFF"/>
                </a:solidFill>
              </a:rPr>
              <a:t>all-MiniLM-L6-v2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6642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0A294A"/>
                </a:solidFill>
              </a:rPr>
              <a:t>384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45920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Fast, 1B+ training pairs, medical Q&amp;A, top MTEB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66420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48840"/>
            <a:ext cx="11612880" cy="594360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2203704"/>
            <a:ext cx="2834640" cy="457200"/>
          </a:xfrm>
          <a:prstGeom prst="rect">
            <a:avLst/>
          </a:prstGeom>
          <a:solidFill>
            <a:srgbClr val="00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2585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FFFF"/>
                </a:solidFill>
              </a:rPr>
              <a:t>S-PubMedBert-MS-MARCO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2585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0A294A"/>
                </a:solidFill>
              </a:rPr>
              <a:t>768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240280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PubMed fine-tuned, clinical vocab, synonym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2585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6B5A"/>
                </a:solidFill>
              </a:rPr>
              <a:t>Clinical upgrade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11612880" cy="59436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" y="2798064"/>
            <a:ext cx="2834640" cy="457200"/>
          </a:xfrm>
          <a:prstGeom prst="rect">
            <a:avLst/>
          </a:prstGeom>
          <a:solidFill>
            <a:srgbClr val="55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8529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FFFFFF"/>
                </a:solidFill>
              </a:rPr>
              <a:t>TF-IDF + LSA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8529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0A294A"/>
                </a:solidFill>
              </a:rPr>
              <a:t>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834640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Offline, zero dependency, LSA captures co-occurrence semantics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852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554488"/>
                </a:solidFill>
              </a:rPr>
              <a:t>Fallback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429000"/>
            <a:ext cx="11612880" cy="118872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0215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007A87"/>
                </a:solidFill>
              </a:rPr>
              <a:t>Justification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all-MiniLM chosen for speed + quality balance on CPU. Achieves sub-100ms query latency on a standard laptop while delivering state-of-the-art MTEB semantic similarity scores. One env-var swap (EMBEDDING_MODEL) upgrades to the clinical PubMed model with zero code changes.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63440"/>
            <a:ext cx="3749039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709159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PRIMARY: all-MiniLM-L6-v2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10912"/>
            <a:ext cx="3749039" cy="12984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102351"/>
            <a:ext cx="3529583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22M params — runs on CPU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384-dim vectors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Trained: 1B+ sentence pairs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Includes biomedical Q&amp;A data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MTEB rank: top-5 lightweight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4663440"/>
            <a:ext cx="3749039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399" y="4709159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CLINICAL UPGRADE: S-PubMedBert-MS-MARCO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5010912"/>
            <a:ext cx="3749039" cy="12984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1688" y="5102351"/>
            <a:ext cx="3529583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PubMed abstract fine-tuning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768-dim — richer representation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MS-MARCO ranking objective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Best for clinical synonyms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Swap via env var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663440"/>
            <a:ext cx="3749039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4709159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FALLBACK: TF-IDF + LSA (256d)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010912"/>
            <a:ext cx="3749039" cy="12984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7" y="5102351"/>
            <a:ext cx="3529583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Zero external dependencies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SVD-based topic semantics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Deterministic &amp; reproducible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Auto-activates offline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Good baseline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Retrieval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FAISS IndexFlatIP — exact cosine similarity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486400" cy="51663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007A87"/>
                </a:solidFill>
              </a:rPr>
              <a:t>Query Processing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07A87"/>
                </a:solidFill>
              </a:rPr>
              <a:t>▶  Doctor submits query string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88AABB"/>
                </a:solidFill>
              </a:rPr>
              <a:t>↓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■  Encode with same embedding model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CDDFF"/>
                </a:solidFill>
              </a:rPr>
              <a:t>   → 384-dim L2-normalised float32 vector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88AABB"/>
                </a:solidFill>
              </a:rPr>
              <a:t>↓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■  FAISS IndexFlatIP.search(query_vec, k)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CDDFF"/>
                </a:solidFill>
              </a:rPr>
              <a:t>   → returns (scores[], indices[]) top-k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88AABB"/>
                </a:solidFill>
              </a:rPr>
              <a:t>↓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</a:rPr>
              <a:t>■  Lookup metadata for each index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CCDDFF"/>
                </a:solidFill>
              </a:rPr>
              <a:t>   → specialty, description, transcript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88AABB"/>
                </a:solidFill>
              </a:rPr>
              <a:t>↓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007A87"/>
                </a:solidFill>
              </a:rPr>
              <a:t>▶  Ranked results returned to LLM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585216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118872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Why FAISS IndexFlatIP?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90472"/>
            <a:ext cx="5852160" cy="21671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581912"/>
            <a:ext cx="5632704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L2-normalised vectors → inner product = cosine similarity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Exact search: no approximation error for 5k corpus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IndexIVFFlat available for 100k+ scale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Serialised to disk → sub-1s API startup on reload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Single-file ops — no managed service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840480"/>
            <a:ext cx="585216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388620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Cosine Similarity 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187952"/>
            <a:ext cx="5852160" cy="21214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4279392"/>
            <a:ext cx="5632704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Score range 0.0 – 1.0 (after L2 normalisation)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Score &gt; 0.85 → highly clinically relevant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Score 0.60–0.85 → probable match, review needed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Score &lt; 0.40 → likely off-topic 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Scale-invariant: long notes ≈ short summaries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LLM Summarisation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Claude API — clinical summary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2286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007A87"/>
                </a:solidFill>
              </a:rPr>
              <a:t>System Prompt (excerpt)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"You are a senior clinical decision-support assistant..."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1. Lead with clinically salient findings across all retrieved notes.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2. Highlight patterns, shared diagnoses, and relevant differentials.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3. Note red-flag findings explicitly.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4. Keep the summary under 300 words unless complexity demands more.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5. Never fabricate findings not present in the provided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611880"/>
            <a:ext cx="356616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33832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Input to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59352"/>
            <a:ext cx="3566160" cy="23500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050791"/>
            <a:ext cx="334670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Doctor's natural language 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Top-k retrieved notes (ranked)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Each note includes: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rank, cosine score, specialty,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description, first 1 500 chars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611880"/>
            <a:ext cx="39319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365760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Model &amp; 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959352"/>
            <a:ext cx="3931920" cy="23500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4050791"/>
            <a:ext cx="3712463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Model: claude-sonnet-4-6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Max tokens: 1 024 (configurable)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Temperature: default (balanced)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Fallback: structured rule-based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summary if no API key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611880"/>
            <a:ext cx="356616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657600"/>
            <a:ext cx="33832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959352"/>
            <a:ext cx="3566160" cy="23500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4050791"/>
            <a:ext cx="334670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≤300-word clinical summary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Addressed to the doctor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Clinically precise vocabulary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Red flags highlighted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Returned as JSON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FastAPI · JSON · Docker-ready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38404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Endpoint               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27048"/>
            <a:ext cx="11612880" cy="4754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POST  /retrieve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72768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0A294A"/>
                </a:solidFill>
              </a:rPr>
              <a:t>Submit query body, returns ranked notes + LLM summary (primary endpoint)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02536"/>
            <a:ext cx="11612880" cy="475488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482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GET   /retrieve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48256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0A294A"/>
                </a:solidFill>
              </a:rPr>
              <a:t>Same via query params — browser / curl friendly, no body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78024"/>
            <a:ext cx="11612880" cy="4754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GET   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523744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0A294A"/>
                </a:solidFill>
              </a:rPr>
              <a:t>Index status, document count, active embedding model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577840" cy="2926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Request JSON (POST /retrieve)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{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"query": "renal insufficiency in T2DM",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"top_k": 5,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"include_summary": true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63240"/>
            <a:ext cx="5760720" cy="29260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136392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Response JSON (excerpt)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{ "query": "...",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"total_retrieved": 5,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"embedding_model": "all-MiniLM-L6-v2",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"results": [{ "rank": 1,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  "score": 0.985, "specialty": "Nephrology"}],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  "summary": "The top result highlights…" 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016752"/>
            <a:ext cx="11612880" cy="2926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04418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200" b="1" i="0">
                <a:solidFill>
                  <a:srgbClr val="FFFFFF"/>
                </a:solidFill>
              </a:rPr>
              <a:t>Docker-ready  ·  CORS enabled  ·  Pydantic validation  ·  422 on bad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Evaluation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Proving Semantic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Precision@k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90472"/>
            <a:ext cx="3749039" cy="13441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3529583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Fraction of top-k results whose specialty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aligns with the expected clinical domain.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All 5 test queries: Precision@1 = 1.0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3749039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Keyword 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490472"/>
            <a:ext cx="3749039" cy="13441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581912"/>
            <a:ext cx="3529583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Fraction of top-k results containing at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least one key clinical term from query.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Robust even with synonym variation.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49039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Score Spread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90472"/>
            <a:ext cx="3749039" cy="13441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581912"/>
            <a:ext cx="3529583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Gap between rank-1 and rank-k score.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Large spread = unambiguous top result.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Mean rank-1 score across queries: 0.979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11612880" cy="38404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63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Test Query                                          Rank-1 Specialty       Score   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01568"/>
            <a:ext cx="11612880" cy="40233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45643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Diabetic patient with kidney complications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5643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Nephrology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45643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0.985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45643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03904"/>
            <a:ext cx="11612880" cy="402336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5876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Acute chest pain, ST-elevation 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5876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Cardiology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858768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0.980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8587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06240"/>
            <a:ext cx="11612880" cy="40233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6110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COPD exacerbation, dyspnea, low oxygen sat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6110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Pulmonology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261104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0.987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4261104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08576"/>
            <a:ext cx="11612880" cy="402336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66344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Knee arthroplasty post-op rehabilitation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66344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Orthopaedics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66344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1.000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466344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010912"/>
            <a:ext cx="11612880" cy="402336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06577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Insulin-dependent DKA, hyperglycaemia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065776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Endocrinology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506577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0.946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506577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422392"/>
            <a:ext cx="11612880" cy="88696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468112"/>
            <a:ext cx="112471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Semantic Proof — Vocabulary Mismatch Handled Correctly: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</a:rPr>
              <a:t>Query: "renal insufficiency in T2DM"  →  Rank 1: Nephrology / CKD  score=0.985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CCDDFF"/>
                </a:solidFill>
              </a:rPr>
              <a:t>No word overlap between query and document — meaning preserved across vocabulary boundary.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800" b="1" i="0">
                <a:solidFill>
                  <a:srgbClr val="FFFFFF"/>
                </a:solidFill>
              </a:rPr>
              <a:t>Summary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 i="0">
                <a:solidFill>
                  <a:srgbClr val="007A87"/>
                </a:solidFill>
              </a:rPr>
              <a:t>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Semantic retrieval (not keyword matching)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Dual embedding backends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     (SentenceTransformer + TF-IDF/LSA)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Claude API summarisation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FastAPI REST service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20 passing tests (all offline)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Docker-ready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577840" cy="5212080"/>
          </a:xfrm>
          <a:prstGeom prst="rect">
            <a:avLst/>
          </a:prstGeom>
          <a:solidFill>
            <a:srgbClr val="0D3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 i="0">
                <a:solidFill>
                  <a:srgbClr val="007A87"/>
                </a:solidFill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Fine-tune on corpus triplets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     (+5–15% precision expected)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Cross-encoder re-ranker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     (top-10 → top-5 precision boost)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PHI de-identification before production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HNSW index for 1M+ scale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▶  Auth + rate limiting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9107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100" b="0" i="0">
                <a:solidFill>
                  <a:srgbClr val="55657A"/>
                </a:solidFill>
              </a:rPr>
              <a:t>Clinical AI Take-Home Exam  · 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