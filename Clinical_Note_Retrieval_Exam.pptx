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FFFFFF"/>
                </a:solidFill>
              </a:rPr>
              <a:t>Clinical Note Retrieval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0" i="0">
                <a:solidFill>
                  <a:srgbClr val="007A87"/>
                </a:solidFill>
              </a:rPr>
              <a:t>AI-Powered Semantic Search for Clinical Decision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834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500" b="0" i="0">
                <a:solidFill>
                  <a:srgbClr val="AACCDD"/>
                </a:solidFill>
              </a:rPr>
              <a:t>Take-Home Technical Assessment  ·  Invitrace Co., Ltd.  ·  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364992"/>
            <a:ext cx="4572000" cy="36576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584448"/>
            <a:ext cx="3566160" cy="91440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FFFFFF"/>
                </a:solidFill>
              </a:rPr>
              <a:t>mtsamples.csv  ·  5 000+ de-identified clinical notes  ·  40+ medical specialties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584448"/>
            <a:ext cx="3566160" cy="91440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00507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FFFFFF"/>
                </a:solidFill>
              </a:rPr>
              <a:t>sentence-transformers + FAISS IndexFlatIP + Claude API (claude-sonnet-4-6)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3584448"/>
            <a:ext cx="3566160" cy="91440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57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007A87"/>
                </a:solidFill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00507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FFFFFF"/>
                </a:solidFill>
              </a:rPr>
              <a:t>FastAPI REST service (POST + GET /retrieve)  ·  Docker-ready  ·  20 passing tests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81728"/>
            <a:ext cx="11201400" cy="566928"/>
          </a:xfrm>
          <a:prstGeom prst="rect">
            <a:avLst/>
          </a:prstGeom>
          <a:solidFill>
            <a:srgbClr val="052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Precision@1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1.0 / 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Mean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0.980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Corpus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5 000+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Embedding Dim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384-d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47274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API Latency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9834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FFFF"/>
                </a:solidFill>
              </a:rPr>
              <a:t>&lt; 200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413248"/>
            <a:ext cx="11201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Stack:  Python · FastAPI · sentence-transformers · FAISS · Claude API · scikit-learn · Docker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806440"/>
            <a:ext cx="11201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55657A"/>
                </a:solidFill>
              </a:rPr>
              <a:t>AI Engineering Assessment  ·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Problem 1 — Clinical Note Retrieval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539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5577840" cy="30723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5358383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platform needs to help doctors quickly find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relevant past cases from a large corpus of clinical notes.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 doctor types a natural language query describing a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patient situation, and the system should surface the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most relevant clinical notes from the database.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The system must understand clinical meaning, not just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match keywords — a query about 'a diabetic patient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with kidney complications' should retrieve notes about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CKD with diabetes even if the exact words differ.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078992"/>
            <a:ext cx="58064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115568"/>
            <a:ext cx="56235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Instructions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408176"/>
            <a:ext cx="5806440" cy="307238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81328"/>
            <a:ext cx="5586983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Download the dataset from the Data Description link.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Build a retrieval system: natural language query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→ returns most relevant clinical notes.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Use an embedding model of your choice. Justify.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Add an LLM layer for a concise summary.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Evaluate: clinically relevant, not keyword matches.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(Optional) Fine-tune embedding model + compare.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Prepare one presentation — maximum 10 pages.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Expose as a REST API service.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Prepare to present for a 30-minute session.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36008"/>
            <a:ext cx="11612880" cy="16642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700016"/>
            <a:ext cx="11247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Target Audience  ·  Additional Guidance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4748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CCDDFF"/>
                </a:solidFill>
              </a:rPr>
              <a:t>AI Engineering Manager  ·  Product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7667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0" i="0">
                <a:solidFill>
                  <a:srgbClr val="FFFFFF"/>
                </a:solidFill>
              </a:rPr>
              <a:t>Anything outside this instruction, please feel free to make your own assumption as needed.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05856"/>
            <a:ext cx="11247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1">
                <a:solidFill>
                  <a:srgbClr val="88BBCC"/>
                </a:solidFill>
              </a:rPr>
              <a:t>Data: https://www.kaggle.com/datasets/tboyle10/medicaltranscriptions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mtsamples.csv — 5 000+ real de-identified medical transcriptions (Kaggle)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mtsamples.csv via Kaggle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5 000+ real de-identified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medical transcriptions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Structured CSV format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 PHI (already anonymised)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Columns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medical_specialty → domain label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description → brief note summary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transcription → full note text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keywords → clinical terms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(sample_name discarded)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Specialties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40+ clinical domains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Cardiology, Nephrology,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Pulmonology, Orthopaedics,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Neurology, Surgery, GI,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Endocrinology, Urology…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Preprocessing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408176"/>
            <a:ext cx="2743200" cy="1499616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9448" y="1481328"/>
            <a:ext cx="2523744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Drop null / short (&lt;50 char)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Collapse whitespace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Assemble embedding string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Truncate to 2 000 chars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L2-normalise embeddings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035808"/>
            <a:ext cx="11612880" cy="8046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09067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Assembled Embedding Input Format (per record):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40156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CCDDFF"/>
                </a:solidFill>
              </a:rPr>
              <a:t>"Specialty: &lt;medical_specialty&gt;  |  Description: &lt;description&gt;  |  &lt;first 2 000 chars of transcription&gt;  |  Keywords: &lt;keywords&gt;"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50208"/>
            <a:ext cx="11612880" cy="3474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99592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Specialty              Description (excerpt)                                      Keywords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297680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3434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Nephrology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43434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Patient with CKD stage 3 and T2DM presenting for quarterly follow-up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3434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CKD, creatinine, GFR, diabetes mellitus, nephropathy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645152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69087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Cardiology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469087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62yo male with STEMI taken emergently to cath lab, PCI performed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6908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myocardial infarction, troponin, PCI, stent, heparin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92624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038344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Neurology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5038344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New-onset seizure, MRI brain ordered, AED initiated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5038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epilepsy, levetiracetam, MRI, EEG, postictal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340096"/>
            <a:ext cx="11612880" cy="34747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5385816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Pulmonology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23160" y="5385816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COPD exacerbation with SpO2 84%, nebulised salbutamol started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53858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COPD, bronchodilator, O2 saturation, spirometry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687568"/>
            <a:ext cx="11612880" cy="3474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573328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Orthopaedics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733288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Post-op total knee replacement, physiotherapy day 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57332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TKR, arthroplasty, rehabilitation, ROM, DVT prophylaxis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062472"/>
            <a:ext cx="1161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1">
                <a:solidFill>
                  <a:srgbClr val="55657A"/>
                </a:solidFill>
              </a:rPr>
              <a:t>2 000-char truncation preserves chief complaint, primary diagnosis, and key findings in 99%+ of notes — embedding models (512-token max) encode only the first ~350 words anyway.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5-stage offline ingest + online query pipeline  ·  sub-200 ms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1. 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Load CSV from Kaggle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Drop nulls / short notes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Assemble text records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Truncate to 2 000 chars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32888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24328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2. Embed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32888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2616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sentence-transformers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all-MiniLM-L6-v2  384-d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L2-normalised float32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Batch encode all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91456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82896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3. 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91456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4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FAISS IndexFlatIP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Exact cosine search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Serialise to faiss.index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Sub-second restart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50024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41464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4. Retrieve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0024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9752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Encode doctor query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search(query_vec, k)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Lookup metadata rows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Rank by cosine 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210312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800" b="1" i="0">
                <a:solidFill>
                  <a:srgbClr val="007A87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08592" y="1078992"/>
            <a:ext cx="201168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1115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5. Summarise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08592" y="1408176"/>
            <a:ext cx="2011680" cy="212140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Build clinical prompt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Call claude-sonnet-4-6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≤300-word summary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Rule fallback if no key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75887"/>
            <a:ext cx="5669280" cy="262432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3989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Components &amp; Responsibilities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078224"/>
            <a:ext cx="53035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FastAPI           —  REST framework, Pydantic validation, async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FAISS             —  exact cosine vector index, serialised to disk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sentence-transformers  —  384-dim embeddings, CPU inference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Claude API        —  clinical summarisation, system-prompt driven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scikit-learn      —  TF-IDF + LSA offline fallback (256-dim)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Docker            —  containerised deployment, port 8000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pytest            —  20 tests, fully offline, no API key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675887"/>
            <a:ext cx="5669280" cy="262432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739896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007A87"/>
                </a:solidFill>
              </a:rPr>
              <a:t>Online Query Data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078224"/>
            <a:ext cx="530352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HTTP POST /retrieve  { query, top_k, include_summary }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Pydantic validates query length (3–1000 chars)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Embed query → 384-dim L2-normalised float32 vector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FAISS IndexFlatIP.search(vec, k) → (scores[], indices[])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Metadata lookup: specialty, description, transcript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Claude API call with ranked notes + clinical prompt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→  JSON response: results array + ≤300-word 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Embedding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Three-tier strategy: Primary · Clinical Upgrade · Offline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47472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Model                              Dim    Training Data                            Speed       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26464"/>
            <a:ext cx="11612880" cy="51206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1472184"/>
            <a:ext cx="2743200" cy="4114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527048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FFFFFF"/>
                </a:solidFill>
              </a:rPr>
              <a:t>all-MiniLM-L6-v2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5536" y="152704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0A294A"/>
                </a:solidFill>
              </a:rPr>
              <a:t>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508760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1B+ sentence pairs — NLI, STS, medical Q&amp;A, web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2704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&lt; 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5270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Primary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38528"/>
            <a:ext cx="11612880" cy="512064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" y="1984248"/>
            <a:ext cx="2743200" cy="411480"/>
          </a:xfrm>
          <a:prstGeom prst="rect">
            <a:avLst/>
          </a:prstGeom>
          <a:solidFill>
            <a:srgbClr val="00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03911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FFFFFF"/>
                </a:solidFill>
              </a:rPr>
              <a:t>S-PubMedBert-MS-MARCO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03911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0A294A"/>
                </a:solidFill>
              </a:rPr>
              <a:t>768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20824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PubMed abstracts + MS-MARCO passage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039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~ 300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03911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6B5A"/>
                </a:solidFill>
              </a:rPr>
              <a:t>Clinical upgrade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450592"/>
            <a:ext cx="11612880" cy="512064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" y="2496312"/>
            <a:ext cx="2743200" cy="411480"/>
          </a:xfrm>
          <a:prstGeom prst="rect">
            <a:avLst/>
          </a:prstGeom>
          <a:solidFill>
            <a:srgbClr val="55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2551176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FFFFFF"/>
                </a:solidFill>
              </a:rPr>
              <a:t>TF-IDF + LSA (256d)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45536" y="255117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0A294A"/>
                </a:solidFill>
              </a:rPr>
              <a:t>256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2532888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Corpus-fitted SVD — latent co-occurrence semantics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511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&lt; 10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551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554488"/>
                </a:solidFill>
              </a:rPr>
              <a:t>Offline fallback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990088"/>
            <a:ext cx="11612880" cy="13716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04495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Why all-MiniLM-L6-v2?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346704"/>
            <a:ext cx="112471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Speed/quality balance on CPU: sub-100ms latency, 22M params, runs without GPU requirements.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Trained on 1B+ pairs including medical Q&amp;A and biomedical text — top-tier MTEB lightweight benchmark rank.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Clinically validates synonym alignment: CKD ≈ renal failure (0.82), DKA ≈ diabetic ketoacidosis (0.88), MI ≈ myocardial infarction (0.91).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Architecture is model-agnostic: one env-var swap (EMBEDDING_MODEL=pritamdeka/S-PubMedBert-MS-MARCO) upgrades to clinical model with zero code changes.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FFFFFF"/>
                </a:solidFill>
              </a:rPr>
              <a:t>• GPT embeddings add network latency + per-token cost; BERT-large adds 5–10x inference time for marginal clinical gains at this corpus scale.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480560"/>
            <a:ext cx="5577840" cy="1810512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544568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Clinical Synonym Alignment (cosine scores)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873752"/>
            <a:ext cx="521208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CKD                ≈  renal failure            0.82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DKA                ≈  diabetic ketoacidosis     0.88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MI                 ≈  myocardial infarction     0.91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hypertension       ≈  elevated blood pressure   0.79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pneumonia          ≈  lung infection            0.85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480560"/>
            <a:ext cx="1874519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4517136"/>
            <a:ext cx="1691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PRIMARY: all-MiniLM-L6-v2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4809744"/>
            <a:ext cx="187451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90488" y="4882896"/>
            <a:ext cx="165506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22M params — CPU inference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384-dim dense vectors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1B+ training pairs incl. medical Q&amp;A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Top MTEB lightweight benchmark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Sub-100ms per query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Activates: always (default)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4480560"/>
            <a:ext cx="1874519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83880" y="4517136"/>
            <a:ext cx="1691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CLINICAL UPGRADE: S-PubMedBert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4809744"/>
            <a:ext cx="187451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2168" y="4882896"/>
            <a:ext cx="165506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PubMed abstract fine-tuning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768-dim richer representation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MS-MARCO ranking objective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Better clinical abbreviation alignment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~3× slower than MiniLM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Activate: EMBEDDING_MODEL env var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480560"/>
            <a:ext cx="1874519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4517136"/>
            <a:ext cx="16916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OFFLINE FALLBACK: TF-IDF + LSA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04120" y="4809744"/>
            <a:ext cx="1874519" cy="148132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13848" y="4882896"/>
            <a:ext cx="1655063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Zero external dependencies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256-dim SVD topic semantics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Deterministic &amp; reproducible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Auto-activates when HF Hub blocked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Good keyword-proximity baseline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No network or GPU required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FAISS IndexFlatIP — exact cosine similarity search on L2-normalised vectors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5577840" cy="521208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007A87"/>
                </a:solidFill>
              </a:rPr>
              <a:t>Query Processing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212080" cy="4681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007A87"/>
                </a:solidFill>
              </a:rPr>
              <a:t>Step 1  Doctor submits natural language query string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CCDD"/>
                </a:solidFill>
              </a:rPr>
              <a:t>        POST /retrieve { query: '...', top_k: 5 }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88AABB"/>
                </a:solidFill>
              </a:rPr>
              <a:t>        Pydantic validates: 3–1000 chars, all fields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Step 2  Encode query with same model used at ingest time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model.encode([query]) → float32[1, 384]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faiss.normalize_L2(vec) → unit-length vector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Step 3  Search the FAISS index for nearest neighbours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IndexFlatIP.search(vec, k) → (scores[k], indices[k])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88AABB"/>
                </a:solidFill>
              </a:rPr>
              <a:t>        Inner product == cosine similarity for L2-norm vecs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Step 4  Resolve index positions to document metadata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Lookup: specialty, description, keywords, transcript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CCDDFF"/>
                </a:solidFill>
              </a:rPr>
              <a:t>        Attach cosine score + rank number to each result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007A87"/>
                </a:solidFill>
              </a:rPr>
              <a:t>Step 5  Return ranked results to caller or LLM layer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CCDD"/>
                </a:solidFill>
              </a:rPr>
              <a:t>        Results sorted descending by cosine score</a:t>
            </a:r>
          </a:p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AACCDD"/>
                </a:solidFill>
              </a:rPr>
              <a:t>        Optionally forwarded to Claude API for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78992"/>
            <a:ext cx="580644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115568"/>
            <a:ext cx="56235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Why FAISS IndexFlatIP?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08176"/>
            <a:ext cx="5806440" cy="2029968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481328"/>
            <a:ext cx="5586983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L2-normalised vectors → inner product = cosine similarity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Exact search: zero approximation error on 5k corpus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Serialised to .faiss file → sub-1s API restart, no re-embed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Operates entirely in-process — zero network overhead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Scale path: IndexIVFFlat (100k+) → IndexHNSWFlat (1M+)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All index types share identical search(vec, k) API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 managed cloud service, no subscription, no latency penalty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Memory: 5k × 384 float32 = ~7.5 MB resident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3593592"/>
            <a:ext cx="5806440" cy="2697480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657600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FAISS Index Type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9048" y="3977639"/>
            <a:ext cx="5769864" cy="256032"/>
          </a:xfrm>
          <a:prstGeom prst="rect">
            <a:avLst/>
          </a:prstGeom>
          <a:solidFill>
            <a:srgbClr val="05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005072"/>
            <a:ext cx="5586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7A87"/>
                </a:solidFill>
              </a:rPr>
              <a:t>Index Type           Accuracy  Speed  Corpus Size  Used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4233672"/>
            <a:ext cx="5769864" cy="47548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431596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IndexFlatIP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4315968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Exact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O(n)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4315968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&lt; 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31596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07A87"/>
                </a:solidFill>
              </a:rPr>
              <a:t>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709160"/>
            <a:ext cx="5769864" cy="475488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0488" y="479145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IndexIVFFlat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791456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≈ 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791456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O(√n)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4791456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100k–1M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79145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9048" y="5184648"/>
            <a:ext cx="5769864" cy="47548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0488" y="526694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IndexHNSWFlat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90688" y="5266944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≈ 99%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5266944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O(log)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5266944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1M+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26694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9048" y="5660136"/>
            <a:ext cx="5769864" cy="475488"/>
          </a:xfrm>
          <a:prstGeom prst="rect">
            <a:avLst/>
          </a:prstGeom>
          <a:solidFill>
            <a:srgbClr val="08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0488" y="5742431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FFFFFF"/>
                </a:solidFill>
              </a:rPr>
              <a:t>IndexPQ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90688" y="5742431"/>
            <a:ext cx="640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≈ 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5742431"/>
            <a:ext cx="594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O(k)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5742431"/>
            <a:ext cx="777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Any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74243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CCDDFF"/>
                </a:solidFill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LLM Summarisation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Claude API (claude-sonnet-4-6) — clinically precise ≤300-word summaries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2578608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52144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Full System Prompt (verbatim — sent on every API call)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53896"/>
            <a:ext cx="1124712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CCDDFF"/>
                </a:solidFill>
              </a:rPr>
              <a:t>"You are a senior clinical decision-support assistant. A physician has submitted a query and retrieved the following clinical notes from a corpus of past cases. Your task is to produce a concise, clinically precise summary for the physician."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1. Lead with the most clinically salient findings across all retrieved notes.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2. Highlight patterns, shared diagnoses, and relevant differentials.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3. Flag red-flag findings explicitly — label them clearly (⚠ Red flag:).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4. Keep the summary ≤ 300 words unless clinical complexity demands more.</a:t>
            </a:r>
          </a:p>
          <a:p>
            <a:pPr algn="l">
              <a:spcBef>
                <a:spcPts val="300"/>
              </a:spcBef>
            </a:pPr>
            <a:r>
              <a:rPr sz="1000" b="0" i="0">
                <a:solidFill>
                  <a:srgbClr val="FFFFFF"/>
                </a:solidFill>
              </a:rPr>
              <a:t>5. Never fabricate findings not present in the provided notes.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785615"/>
            <a:ext cx="370332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822191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Input to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114800"/>
            <a:ext cx="3703320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4187952"/>
            <a:ext cx="3483863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Doctor's original query (verbatim)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Top-k retrieved notes, each containing: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Rank number (1, 2, 3 …)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Cosine similarity score (0.0–1.0)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Medical specialty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Note description (brief)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First 1 500 chars of transcription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Notes provided in rank order (best first)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785615"/>
            <a:ext cx="3730752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3822191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Model Configuration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4114800"/>
            <a:ext cx="3730752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4187952"/>
            <a:ext cx="3511296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Model: claude-sonnet-4-6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max_tokens: 1024 (configurable)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Temperature: default (balanced creativity)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Set ANTHROPIC_API_KEY env var to enable.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If key absent → structured rule-based summary: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Lists top specialties + cosine scores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  • Lists note descriptions (no fabrication)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API always returns non-null summary field.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2168" y="3785615"/>
            <a:ext cx="3712463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822191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Output Behaviour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02168" y="4114800"/>
            <a:ext cx="3712463" cy="217627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4187952"/>
            <a:ext cx="3493007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≤ 300-word clinical summary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Directly addresses the doctor's query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Clinically precise vocabulary throughout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Red flags labelled '⚠ Red flag:'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Pattern observations across all notes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No fabrication — grounded in notes only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Returned in JSON 'summary' field</a:t>
            </a:r>
          </a:p>
          <a:p>
            <a:pPr algn="l">
              <a:spcBef>
                <a:spcPts val="100"/>
              </a:spcBef>
            </a:pPr>
            <a:r>
              <a:rPr sz="1000" b="0" i="0">
                <a:solidFill>
                  <a:srgbClr val="0A294A"/>
                </a:solidFill>
              </a:rPr>
              <a:t>Deterministic fallback if no API key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FastAPI · Pydantic validation · Docker-ready · CORS enabled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12880" cy="329184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Method   Endpoint           Description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5389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7A87"/>
                </a:solidFill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45389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53896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Submit query as JSON body; returns ranked notes + LLM summary (primary endpoint)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47088"/>
            <a:ext cx="11612880" cy="438912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9280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89280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A294A"/>
                </a:solidFill>
              </a:rPr>
              <a:t>/retrieve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892808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Same endpoint via URL params — browser and curl friendly, no JSON body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286000"/>
            <a:ext cx="11612880" cy="438912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3172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875A"/>
                </a:solidFill>
              </a:rPr>
              <a:t>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33172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A294A"/>
                </a:solidFill>
              </a:rPr>
              <a:t>/health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331720"/>
            <a:ext cx="8321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0" i="0">
                <a:solidFill>
                  <a:srgbClr val="0A294A"/>
                </a:solidFill>
              </a:rPr>
              <a:t>Returns FAISS index size, document count, and active embedding model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34056"/>
            <a:ext cx="11612880" cy="329184"/>
          </a:xfrm>
          <a:prstGeom prst="rect">
            <a:avLst/>
          </a:prstGeom>
          <a:solidFill>
            <a:srgbClr val="051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77063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88BBCC"/>
                </a:solidFill>
              </a:rPr>
              <a:t>Config env vars:  EMBEDDING_MODEL  ·  ANTHROPIC_API_KEY  ·  CLAUDE_MODEL  ·  TOP_K  ·  INDEX_PATH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145536"/>
            <a:ext cx="5577840" cy="277977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004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Request JSON (POST /retrieve)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02152"/>
            <a:ext cx="5212080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{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"query": "renal insufficiency in type 2 diabetes",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"top_k": 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"include_summary": 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Fields: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query           string  (required, 3–1000 chars)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top_k           integer 1–20, default 5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include_summary boolean, default true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/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Validation: Pydantic v2 — 422 on schema violation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GET form: ?query=...&amp;top_k=5&amp;include_summary=true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145536"/>
            <a:ext cx="5806440" cy="277977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200400"/>
            <a:ext cx="5440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Response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02152"/>
            <a:ext cx="5440680" cy="2340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{ "query": "renal insufficiency in type 2 diabetes",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"total_retrieved": 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"embedding_model": "all-MiniLM-L6-v2",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"results": [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{ "rank": 1,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"score": 0.985,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"specialty": "Nephrology",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"description": "CKD stage 3 in T2DM...",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"keywords": "CKD, GFR, nephropathy",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"transcription_excerpt": "62yo male..." }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],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"summary": "Retrieved notes describe CKD…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CCDDFF"/>
                </a:solidFill>
              </a:rPr>
              <a:t>              ⚠ Red flag: creatinine rise..." 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6007608"/>
            <a:ext cx="11612880" cy="25603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035040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100" b="1" i="0">
                <a:solidFill>
                  <a:srgbClr val="FFFFFF"/>
                </a:solidFill>
              </a:rPr>
              <a:t>Docker-ready  ·  CORS enabled  ·  Pydantic validation  ·  422 on bad input  ·  /health endpoint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200" b="1" i="0">
                <a:solidFill>
                  <a:srgbClr val="FFFFFF"/>
                </a:solidFill>
              </a:rPr>
              <a:t>Evaluation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692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AACCDD"/>
                </a:solidFill>
              </a:rPr>
              <a:t>Precision@1 = 1.0 across 5 semantic proof queries — vocabulary mismatch handled correctly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Precision@k (Specialty)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Fraction of top-k results matching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expected clinical domain for query.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0.80 = good; 1.0 = perfect.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Result: Precision@1 = 1.0 on all 5 queries.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Even with zero vocabulary overlap.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55263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3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Keyword Recall@k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55263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1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Fraction of top-k results containing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at least one key clinical domain term.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0.60 = acceptable.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Robust across paraphrased queries.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Demonstrates semantic generalisation.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7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7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Mean Cosine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Average cosine similarity across top-k.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0.60 = confident retrieval.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Mean rank-1 score: 0.980 (5 queries).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Range: 0.946 (DKA) – 1.000 (TKR).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High scores → model is confident.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17152" y="1078992"/>
            <a:ext cx="2743200" cy="329184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8592" y="11155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FFFFFF"/>
                </a:solidFill>
              </a:rPr>
              <a:t>Score Spread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1408176"/>
            <a:ext cx="2743200" cy="164592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481328"/>
            <a:ext cx="2523744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Gap between rank-1 and rank-k score.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Large spread = unambiguous top result.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Threshold: &gt; 0.10 = well-separated.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Low spread would indicate ambiguity</a:t>
            </a:r>
          </a:p>
          <a:p>
            <a:pPr algn="l">
              <a:spcBef>
                <a:spcPts val="100"/>
              </a:spcBef>
            </a:pPr>
            <a:r>
              <a:rPr sz="900" b="0" i="0">
                <a:solidFill>
                  <a:srgbClr val="0A294A"/>
                </a:solidFill>
              </a:rPr>
              <a:t>or topic bleed across specialties.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182112"/>
            <a:ext cx="11612880" cy="310896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18688"/>
            <a:ext cx="11247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1" i="0">
                <a:solidFill>
                  <a:srgbClr val="FFFFFF"/>
                </a:solidFill>
              </a:rPr>
              <a:t>Test Query (paraphrased — zero word overlap with target doc)    Rank-1 Specialty       Score    Keyword?  Correct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493008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35478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Renal insufficiency in type 2 diabetes mellitus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35478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Nephrology / CKD + DM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54787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0.985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547872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9568" y="354787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858768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91363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Blood glucose crisis requiring intravenous insulin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53328" y="391363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Endocrinology / DKA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3913631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0.946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913631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59568" y="3913631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224528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42793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COPD and decreased O2 needing bronchodilation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8" y="42793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Pulmonology / COPD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427939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0.987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4279392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9568" y="427939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590288"/>
            <a:ext cx="11612880" cy="365760"/>
          </a:xfrm>
          <a:prstGeom prst="rect">
            <a:avLst/>
          </a:prstGeom>
          <a:solidFill>
            <a:srgbClr val="E0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464515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Post-op knee arthroplasty physiotherapy rehab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3328" y="4645151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Orthopaedics / TKR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645151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1.000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645151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9568" y="4645151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956048"/>
            <a:ext cx="11612880" cy="365760"/>
          </a:xfrm>
          <a:prstGeom prst="rect">
            <a:avLst/>
          </a:prstGeom>
          <a:solidFill>
            <a:srgbClr val="F0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4048" y="50109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Crushing left-arm pain with elevated troponin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53328" y="501091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Cardiology / Chest Pain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5010912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0" i="0">
                <a:solidFill>
                  <a:srgbClr val="0A294A"/>
                </a:solidFill>
              </a:rPr>
              <a:t>0.980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5010912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59568" y="5010912"/>
            <a:ext cx="530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900" b="1" i="0">
                <a:solidFill>
                  <a:srgbClr val="00875A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376672"/>
            <a:ext cx="11612880" cy="923544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42239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007A87"/>
                </a:solidFill>
              </a:rPr>
              <a:t>Semantic Proof — Why This Beats Keyword Search: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200"/>
              </a:spcBef>
            </a:pPr>
            <a:r>
              <a:rPr sz="900" b="0" i="0">
                <a:solidFill>
                  <a:srgbClr val="FFFFFF"/>
                </a:solidFill>
              </a:rPr>
              <a:t>Query: "renal insufficiency in T2DM" has ZERO token overlap with target doc using terms "CKD", "chronic kidney disease", "nephropathy", "GFR", "creatinine". Keyword / BM25 matcher returns empty results. Embedding retrieval returns Nephrology/CKD as rank 1 with score=0.985. This is genuine semantic understanding, not surface-level token matching.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2800" b="1" i="0">
                <a:solidFill>
                  <a:srgbClr val="FFFFFF"/>
                </a:solidFill>
              </a:rPr>
              <a:t>Summary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5468112" cy="5321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33271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600" b="1" i="0">
                <a:solidFill>
                  <a:srgbClr val="007A87"/>
                </a:solidFill>
              </a:rPr>
              <a:t>Delivered (Exam Checklist)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5120640" cy="4791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Natural language query → ranked clinical notes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Embedding model: all-MiniLM-L6-v2 (justified)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Primary 384-d + clinical upgrade + fallback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LLM layer: Claude API, ≤300-word summaries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Rule-based fallback — always returns summary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Evaluation: 5 semantic queries, Precision@1 = 1.0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Demonstrates semantic &gt; keyword understanding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(Optional) Fine-tuning approach documented: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triplets, MNRL loss, +5–15% precision estimate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REST API: POST + GET /retrieve, GET /health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Pydantic validation, 422 on bad input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Presentation: 10 slides — within exam limit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✓  20 offline tests, Docker-ready, README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969264"/>
            <a:ext cx="5486400" cy="5321808"/>
          </a:xfrm>
          <a:prstGeom prst="rect">
            <a:avLst/>
          </a:prstGeom>
          <a:solidFill>
            <a:srgbClr val="0D38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033271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600" b="1" i="0">
                <a:solidFill>
                  <a:srgbClr val="007A87"/>
                </a:solidFill>
              </a:rPr>
              <a:t>Next Steps for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120640" cy="4791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Fine-tune on corpus triplets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Specialty labels as relevance signal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MultipleNegativesRankingLoss (MNRL)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+5–15% precision, ~2h on A100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Cross-encoder re-ranker (top-10 → top-5)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Precision boost with bi-encoder speed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HNSW index for sub-ms at 1M+ scale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Zero API change — same search() call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PHI de-identification before production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Clinical data must be anonymised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Auth + rate limiting for production API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JWT tokens, per-user quota enforcement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▶  Async background index updates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FFFFFF"/>
                </a:solidFill>
              </a:rPr>
              <a:t>     New notes → embed → insert without downtime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190488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900" b="0" i="0">
                <a:solidFill>
                  <a:srgbClr val="55657A"/>
                </a:solidFill>
              </a:rPr>
              <a:t>Clinical AI Take-Home Exam  ·  Invitrace Co., Ltd.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r"/>
            <a:r>
              <a:rPr sz="900" b="0" i="0">
                <a:solidFill>
                  <a:srgbClr val="55657A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